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b67c7c1cad44ed" /><Relationship Type="http://schemas.openxmlformats.org/officeDocument/2006/relationships/extended-properties" Target="/docProps/app.xml" Id="R4af995aae63a4603" /><Relationship Type="http://schemas.openxmlformats.org/officeDocument/2006/relationships/officeDocument" Target="/ppt/presentation.xml" Id="Rd4431f5c094a48a7" /></Relationships>
</file>

<file path=ppt/presentation.xml><?xml version="1.0" encoding="utf-8"?>
<p:presentation xmlns:p="http://schemas.openxmlformats.org/presentationml/2006/main">
  <p:sldMasterIdLst>
    <p:sldMasterId xmlns:r="http://schemas.openxmlformats.org/officeDocument/2006/relationships" id="2147483648" r:id="Rb6749684b1724e49"/>
  </p:sldMasterIdLst>
  <p:notesMasterIdLst>
    <p:notesMasterId xmlns:r="http://schemas.openxmlformats.org/officeDocument/2006/relationships" r:id="R25614b93faca41a6"/>
  </p:notesMasterIdLst>
  <p:sldIdLst>
    <p:sldId xmlns:r="http://schemas.openxmlformats.org/officeDocument/2006/relationships" id="256" r:id="R824ec853029645ed"/>
    <p:sldId xmlns:r="http://schemas.openxmlformats.org/officeDocument/2006/relationships" id="257" r:id="R555abc756fa94e02"/>
    <p:sldId xmlns:r="http://schemas.openxmlformats.org/officeDocument/2006/relationships" id="258" r:id="R82912591cd304dec"/>
    <p:sldId xmlns:r="http://schemas.openxmlformats.org/officeDocument/2006/relationships" id="259" r:id="Re1778fb91ab3492f"/>
    <p:sldId xmlns:r="http://schemas.openxmlformats.org/officeDocument/2006/relationships" id="260" r:id="R02fa863942074714"/>
    <p:sldId xmlns:r="http://schemas.openxmlformats.org/officeDocument/2006/relationships" id="261" r:id="Rfb69c67e04ef461a"/>
    <p:sldId xmlns:r="http://schemas.openxmlformats.org/officeDocument/2006/relationships" id="262" r:id="Redee778f63064008"/>
    <p:sldId xmlns:r="http://schemas.openxmlformats.org/officeDocument/2006/relationships" id="263" r:id="R882dc111ebbd4aa3"/>
    <p:sldId xmlns:r="http://schemas.openxmlformats.org/officeDocument/2006/relationships" id="264" r:id="R32e98df8f93c4f90"/>
    <p:sldId xmlns:r="http://schemas.openxmlformats.org/officeDocument/2006/relationships" id="265" r:id="R664c34597bd24e57"/>
    <p:sldId xmlns:r="http://schemas.openxmlformats.org/officeDocument/2006/relationships" id="266" r:id="R997f58decaf445a7"/>
    <p:sldId xmlns:r="http://schemas.openxmlformats.org/officeDocument/2006/relationships" id="267" r:id="R35ee54f1002c4784"/>
    <p:sldId xmlns:r="http://schemas.openxmlformats.org/officeDocument/2006/relationships" id="268" r:id="R3fbb262465514f50"/>
    <p:sldId xmlns:r="http://schemas.openxmlformats.org/officeDocument/2006/relationships" id="269" r:id="R48a70e9c2bbf4f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81cf4eb275499e" /><Relationship Type="http://schemas.openxmlformats.org/officeDocument/2006/relationships/slideMaster" Target="/ppt/slideMasters/slideMaster1.xml" Id="Rb6749684b1724e49" /><Relationship Type="http://schemas.openxmlformats.org/officeDocument/2006/relationships/notesMaster" Target="/ppt/notesMasters/notesMaster1.xml" Id="R25614b93faca41a6" /><Relationship Type="http://schemas.openxmlformats.org/officeDocument/2006/relationships/presProps" Target="/ppt/presProps.xml" Id="R3f4b80068b664691" /><Relationship Type="http://schemas.openxmlformats.org/officeDocument/2006/relationships/tableStyles" Target="/ppt/tableStyles.xml" Id="Ra39a274455174fee" /><Relationship Type="http://schemas.openxmlformats.org/officeDocument/2006/relationships/slide" Target="/ppt/slides/slide1.xml" Id="R824ec853029645ed" /><Relationship Type="http://schemas.openxmlformats.org/officeDocument/2006/relationships/slide" Target="/ppt/slides/slide2.xml" Id="R555abc756fa94e02" /><Relationship Type="http://schemas.openxmlformats.org/officeDocument/2006/relationships/slide" Target="/ppt/slides/slide3.xml" Id="R82912591cd304dec" /><Relationship Type="http://schemas.openxmlformats.org/officeDocument/2006/relationships/slide" Target="/ppt/slides/slide4.xml" Id="Re1778fb91ab3492f" /><Relationship Type="http://schemas.openxmlformats.org/officeDocument/2006/relationships/slide" Target="/ppt/slides/slide5.xml" Id="R02fa863942074714" /><Relationship Type="http://schemas.openxmlformats.org/officeDocument/2006/relationships/slide" Target="/ppt/slides/slide6.xml" Id="Rfb69c67e04ef461a" /><Relationship Type="http://schemas.openxmlformats.org/officeDocument/2006/relationships/slide" Target="/ppt/slides/slide7.xml" Id="Redee778f63064008" /><Relationship Type="http://schemas.openxmlformats.org/officeDocument/2006/relationships/slide" Target="/ppt/slides/slide8.xml" Id="R882dc111ebbd4aa3" /><Relationship Type="http://schemas.openxmlformats.org/officeDocument/2006/relationships/slide" Target="/ppt/slides/slide9.xml" Id="R32e98df8f93c4f90" /><Relationship Type="http://schemas.openxmlformats.org/officeDocument/2006/relationships/slide" Target="/ppt/slides/slide10.xml" Id="R664c34597bd24e57" /><Relationship Type="http://schemas.openxmlformats.org/officeDocument/2006/relationships/slide" Target="/ppt/slides/slide11.xml" Id="R997f58decaf445a7" /><Relationship Type="http://schemas.openxmlformats.org/officeDocument/2006/relationships/slide" Target="/ppt/slides/slide12.xml" Id="R35ee54f1002c4784" /><Relationship Type="http://schemas.openxmlformats.org/officeDocument/2006/relationships/slide" Target="/ppt/slides/slide13.xml" Id="R3fbb262465514f50" /><Relationship Type="http://schemas.openxmlformats.org/officeDocument/2006/relationships/slide" Target="/ppt/slides/slide14.xml" Id="R48a70e9c2bbf4f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1ab627de6145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9938db829a41b1" /><Relationship Type="http://schemas.openxmlformats.org/officeDocument/2006/relationships/notesMaster" Target="/ppt/notesMasters/notesMaster1.xml" Id="R7d1bd379ae2644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c2c150470c4233" /><Relationship Type="http://schemas.openxmlformats.org/officeDocument/2006/relationships/notesMaster" Target="/ppt/notesMasters/notesMaster1.xml" Id="R2a51b7048b954a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24b04b115d4e33" /><Relationship Type="http://schemas.openxmlformats.org/officeDocument/2006/relationships/notesMaster" Target="/ppt/notesMasters/notesMaster1.xml" Id="R2be8559fa5ee49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90e5ed51284e96" /><Relationship Type="http://schemas.openxmlformats.org/officeDocument/2006/relationships/notesMaster" Target="/ppt/notesMasters/notesMaster1.xml" Id="R929c399a276d4a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ed0b18cf4d461a" /><Relationship Type="http://schemas.openxmlformats.org/officeDocument/2006/relationships/notesMaster" Target="/ppt/notesMasters/notesMaster1.xml" Id="R2ae50f208b694ad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d0a3d72cc84c70" /><Relationship Type="http://schemas.openxmlformats.org/officeDocument/2006/relationships/notesMaster" Target="/ppt/notesMasters/notesMaster1.xml" Id="R1bdd043026ed49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ca7bd38a914921" /><Relationship Type="http://schemas.openxmlformats.org/officeDocument/2006/relationships/notesMaster" Target="/ppt/notesMasters/notesMaster1.xml" Id="R03c9d3b5f3134a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070aa0c0d74e64" /><Relationship Type="http://schemas.openxmlformats.org/officeDocument/2006/relationships/notesMaster" Target="/ppt/notesMasters/notesMaster1.xml" Id="R377dcdf957b047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2a45e3e4587e4868" /><Relationship Type="http://schemas.openxmlformats.org/officeDocument/2006/relationships/notesMaster" Target="/ppt/notesMasters/notesMaster1.xml" Id="R97d247eff55947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d26a48d13e4400" /><Relationship Type="http://schemas.openxmlformats.org/officeDocument/2006/relationships/notesMaster" Target="/ppt/notesMasters/notesMaster1.xml" Id="Ra34077e83b9945f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3e95857c134a22" /><Relationship Type="http://schemas.openxmlformats.org/officeDocument/2006/relationships/notesMaster" Target="/ppt/notesMasters/notesMaster1.xml" Id="Ra372c49fbe5e4c1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e16da5ca2b4dbc" /><Relationship Type="http://schemas.openxmlformats.org/officeDocument/2006/relationships/notesMaster" Target="/ppt/notesMasters/notesMaster1.xml" Id="R4df8b314342a4ca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f1ae08886364ca5" /><Relationship Type="http://schemas.openxmlformats.org/officeDocument/2006/relationships/notesMaster" Target="/ppt/notesMasters/notesMaster1.xml" Id="Rf3c911cf88cd4ba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6697a8f7c124aac" /><Relationship Type="http://schemas.openxmlformats.org/officeDocument/2006/relationships/notesMaster" Target="/ppt/notesMasters/notesMaster1.xml" Id="R344671976afb47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Abrir con la necesidad del contribuyente, no con la tecnología. Presentar al Grupo 4. El prototipo utiliza React, TypeScript, Vite y Tailwind. Es un experimento académico, no un servicio municipal. Integrantes conservados de la presentación original: Cordova Gonzáles, Axel; Miranda Meza, Jose Raid; Pinedo Millones, William; Reyes Mechato, Jesus; Vasquez Acosta, Diego; Vizcardo Alfaro, Mauricio Guillermo.</a:t>
            </a:r>
          </a:p>
          <a:p xmlns:a="http://schemas.openxmlformats.org/drawingml/2006/main">
            <a:r>
              <a:t/>
            </a:r>
          </a:p>
          <a:p xmlns:a="http://schemas.openxmlformats.org/drawingml/2006/main">
            <a:r>
              <a:t>Fuentes: TributaFacil act.pptx (proyecto original); Actividad_02_Final (1).pdf, pp. 9–13 (actividad y rúbrica). Datos de demostración ficticios. No hay validación con usuarios previa.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Conectar dolor → necesidad → valor → funcionalidad. Los tres dolores son hipótesis del proyecto, no resultados de entrevistas. Los elementos de valor se usan como criterios de diseño; no se ha medido ahorro de tiempo ni reducción de morosidad.</a:t>
            </a:r>
          </a:p>
          <a:p xmlns:a="http://schemas.openxmlformats.org/drawingml/2006/main">
            <a:r>
              <a:t/>
            </a:r>
          </a:p>
          <a:p xmlns:a="http://schemas.openxmlformats.org/drawingml/2006/main">
            <a:r>
              <a:t>Fuentes: TributaFacil act.pptx (proyecto original); Actividad_02_Final (1).pdf, pp. 9–13 (actividad y rúbrica). Datos de demostración ficticios. No hay validación con usuarios previa.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persona original contenía nombres y edades diferentes. Se unifica como Carlos Ramírez, 38 años. Es una proto-persona: no presentar su perfil como una investigación concluida. La prueba en aula aproxima una situación y no representa automáticamente al contribuyente real.</a:t>
            </a:r>
          </a:p>
          <a:p xmlns:a="http://schemas.openxmlformats.org/drawingml/2006/main">
            <a:r>
              <a:t/>
            </a:r>
          </a:p>
          <a:p xmlns:a="http://schemas.openxmlformats.org/drawingml/2006/main">
            <a:r>
              <a:t>Fuentes: TributaFacil act.pptx (proyecto original); Actividad_02_Final (1).pdf, pp. 9–13 (actividad y rúbrica). Datos de demostración ficticios. No hay validación con usuarios previa.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Prioridad original: H1, H6, H3, H2, H5, H4. El riesgo de H6 se conserva: una interfaz no resuelve la falta de dinero. La sesión actual comprueba la capacidad de seleccionar periodos; la causa económica requiere investigar con contribuyentes reales. Un clic en fake door es una señal de interés y no prueba una causa.</a:t>
            </a:r>
          </a:p>
          <a:p xmlns:a="http://schemas.openxmlformats.org/drawingml/2006/main">
            <a:r>
              <a:t/>
            </a:r>
          </a:p>
          <a:p xmlns:a="http://schemas.openxmlformats.org/drawingml/2006/main">
            <a:r>
              <a:t>Fuentes: TributaFacil act.pptx (proyecto original); Actividad_02_Final (1).pdf, pp. 9–13 (actividad y rúbrica). Datos de demostración ficticios. No hay validación con usuarios previa.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selección de periodos completos ya permite probar control y comprensión, pero no es un fraccionamiento financiero. Las exclusiones reducen trabajo sin impedir observar la hipótesis. Los datos y pagos son simulados. La aplicación mantiene la sesión en memoria; recargar o reiniciar restaura el caso.</a:t>
            </a:r>
          </a:p>
          <a:p xmlns:a="http://schemas.openxmlformats.org/drawingml/2006/main">
            <a:r>
              <a:t/>
            </a:r>
          </a:p>
          <a:p xmlns:a="http://schemas.openxmlformats.org/drawingml/2006/main">
            <a:r>
              <a:t>Fuentes: TributaFacil act.pptx (proyecto original); Actividad_02_Final (1).pdf, pp. 9–13 (actividad y rúbrica). Datos de demostración ficticios. No hay validación con usuarios previa.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Formato del curso. Impacto o Problema: desconocer qué debe y qué pagar primero puede dificultar ponerse al día. Resultado esperado: identificar obligaciones vencidas y completar una selección informada sin ayuda. Creemos que: ordenar por vencimiento y distinguir estados permite priorizar con más claridad. Se logrará si: identifica lo vencido y explica su decisión e importe. Puede recibir mediante: consulta, filtros, selección, resumen y constancia. Aprendizaje prioritario: ¿completa y comprende el recorrido sin intervención? Experimento: prueba moderada con Think Aloud y observación en clase. Criterio exploratorio por participante: tarea completada sin ayuda + comprensión correcta de selección, total y saldo. No valida causalidad económica ni impacto en recaudación.</a:t>
            </a:r>
          </a:p>
          <a:p xmlns:a="http://schemas.openxmlformats.org/drawingml/2006/main">
            <a:r>
              <a:t/>
            </a:r>
          </a:p>
          <a:p xmlns:a="http://schemas.openxmlformats.org/drawingml/2006/main">
            <a:r>
              <a:t>Fuentes: TributaFacil act.pptx (proyecto original); Actividad_02_Final (1).pdf, pp. 9–13 (actividad y rúbrica). Datos de demostración ficticios. No hay validación con usuarios previa.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Como Carlos, contribuyente propietario, quiero… Las historias conservan el valor del PPT original. HU-04 continúa como hipótesis exploratoria: el comportamiento de selección se puede verificar técnicamente; no implica que H6 ya fue validada. Evitar confundir elegir obligaciones con pagar cuotas de una misma deuda.</a:t>
            </a:r>
          </a:p>
          <a:p xmlns:a="http://schemas.openxmlformats.org/drawingml/2006/main">
            <a:r>
              <a:t/>
            </a:r>
          </a:p>
          <a:p xmlns:a="http://schemas.openxmlformats.org/drawingml/2006/main">
            <a:r>
              <a:t>Fuentes: TributaFacil act.pptx (proyecto original); Actividad_02_Final (1).pdf, pp. 9–13 (actividad y rúbrica). Datos de demostración ficticios. No hay validación con usuarios previa.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Flow: inicio → consulta → detalle y selección → revisión → confirmación simulada → constancia → consulta de saldo. Puede volver a modificar la selección sin perderla. No enseñar la ruta al participante antes de su prueba: esta explicación es para la presentación técnica. Si el participante ya vio el recorrido, declarar esa exposición previa como limitación o invitar a otra persona.</a:t>
            </a:r>
          </a:p>
          <a:p xmlns:a="http://schemas.openxmlformats.org/drawingml/2006/main">
            <a:r>
              <a:t/>
            </a:r>
          </a:p>
          <a:p xmlns:a="http://schemas.openxmlformats.org/drawingml/2006/main">
            <a:r>
              <a:t>Fuentes: TributaFacil act.pptx (proyecto original); Actividad_02_Final (1).pdf, pp. 9–13 (actividad y rúbrica). Datos de demostración ficticios. No hay validación con usuarios previa.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Reglas adicionales: no se pueden seleccionar obligaciones pagadas, no se confirma selección vacía ni sin método; intereses S/0.00 son solo del caso; el botón de descarga genera HTML sin validez tributaria. Fecha fija del caso: 29/10/2026. Predial vence 15/10; arbitrios vencen 15/11 y 15/12. Total excluye licencia previamente pagada de S/350. Especificación y pruebas en tests/demo.test.mjs y revisión del navegador.</a:t>
            </a:r>
          </a:p>
          <a:p xmlns:a="http://schemas.openxmlformats.org/drawingml/2006/main">
            <a:r>
              <a:t/>
            </a:r>
          </a:p>
          <a:p xmlns:a="http://schemas.openxmlformats.org/drawingml/2006/main">
            <a:r>
              <a:t>Fuentes: TributaFacil act.pptx (proyecto original); Actividad_02_Final (1).pdf, pp. 9–13 (actividad y rúbrica). Datos de demostración ficticios. No hay validación con usuarios previa.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Cambiar al navegador, que ya debe estar abierto en http://localhost:5173. Evitar explicar qué botón resuelve la tarea antes de probar. Esta captura es evidencia del prototipo, no evidencia de una prueba con usuarios. Caso: total847.50, predial420, arbitrios187.50 y240, licencia pagada350.</a:t>
            </a:r>
          </a:p>
          <a:p xmlns:a="http://schemas.openxmlformats.org/drawingml/2006/main">
            <a:r>
              <a:t/>
            </a:r>
          </a:p>
          <a:p xmlns:a="http://schemas.openxmlformats.org/drawingml/2006/main">
            <a:r>
              <a:t>Fuentes: TributaFacil act.pptx (proyecto original); Actividad_02_Final (1).pdf, pp. 9–13 (actividad y rúbrica). Datos de demostración ficticios. No hay validación con usuarios previa.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Revisión previa realizada sobre el código y en navegador. Se verificaron consulta, filtros, selección, regreso, método, confirmación, descarga, saldo, estado vacío, reinicio y ancho móvil390px sin desbordamiento horizontal. Se probó navegación de teclado en el diálogo de reinicio; esto no equivale a una auditoría completa de accesibilidad. El informe AUDITORIA_DEMO.md recorre las diez heurísticas y distingue pendientes. No se realizaron entrevistas ni pruebas con contribuyentes.</a:t>
            </a:r>
          </a:p>
          <a:p xmlns:a="http://schemas.openxmlformats.org/drawingml/2006/main">
            <a:r>
              <a:t/>
            </a:r>
          </a:p>
          <a:p xmlns:a="http://schemas.openxmlformats.org/drawingml/2006/main">
            <a:r>
              <a:t>Fuentes: TributaFacil act.pptx (proyecto original); Actividad_02_Final (1).pdf, pp. 9–13 (actividad y rúbrica). Datos de demostración ficticios. No hay validación con usuarios previa.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Justificación: Think Aloud permite observar comprensión y puntos de fricción en una tarea completa, no solo opiniones sobre la estética. Dar únicamente los datos ficticios y la consigna. Antes de confirmar preguntar: ¿qué estás por pagar y cuánto quedaría pendiente? No corregir la respuesta inmediatamente. Registrar la ayuda si fue necesaria. El tiempo es auxiliar, no prueba de ahorro frente al canal municipal. Si el compañero vio la demostración previamente, declarar el sesgo.</a:t>
            </a:r>
          </a:p>
          <a:p xmlns:a="http://schemas.openxmlformats.org/drawingml/2006/main">
            <a:r>
              <a:t/>
            </a:r>
          </a:p>
          <a:p xmlns:a="http://schemas.openxmlformats.org/drawingml/2006/main">
            <a:r>
              <a:t>Fuentes: TributaFacil act.pptx (proyecto original); Actividad_02_Final (1).pdf, pp. 9–13 (actividad y rúbrica). Datos de demostración ficticios. No hay validación con usuarios previa.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Tabla editable para completar con observación real. No inventar nombres ni resultados. Identificar al compañero como P1. Anotar deuda elegida, importe comprendido, errores y ayudas. Si no completa, registrar el bloqueo; eso produce aprendizaje. Un caso en clase no representa a todos los contribuyentes y no permite afirmar un porcentaje de éxito general.</a:t>
            </a:r>
          </a:p>
          <a:p xmlns:a="http://schemas.openxmlformats.org/drawingml/2006/main">
            <a:r>
              <a:t/>
            </a:r>
          </a:p>
          <a:p xmlns:a="http://schemas.openxmlformats.org/drawingml/2006/main">
            <a:r>
              <a:t>Fuentes: TributaFacil act.pptx (proyecto original); Actividad_02_Final (1).pdf, pp. 9–13 (actividad y rúbrica). Datos de demostración ficticios. No hay validación con usuarios previa.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Cierre condicional: si confundió total pendiente e importe seleccionado, revisar jerarquía o etiquetas; si no detectó vencidos, revisar señalización; si completó sin ayuda, registrar éxito de ese caso y probar con otra persona. No afirmar reducción de moras, aumento de recaudación o aceptación comercial. La página incluye un reinicio para repetir la prueba. La investigación económica de H6 queda como siguiente paso, sin presentar pagos por cuotas como implementados.</a:t>
            </a:r>
          </a:p>
          <a:p xmlns:a="http://schemas.openxmlformats.org/drawingml/2006/main">
            <a:r>
              <a:t/>
            </a:r>
          </a:p>
          <a:p xmlns:a="http://schemas.openxmlformats.org/drawingml/2006/main">
            <a:r>
              <a:t>Fuentes: TributaFacil act.pptx (proyecto original); Actividad_02_Final (1).pdf, pp. 9–13 (actividad y rúbrica). Datos de demostración ficticios. No hay validación con usuarios previa.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9d6b54b277422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db48535af0f4e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bec1ae820f2415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be8a4bdb255439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407f52045c445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50a160aa1f49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26ED2B-F77A-4E9F-B810-A4D37410614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CDDB393-B943-4DD9-AC8E-62BB2A76FFE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D9BB327-9680-4AE6-987E-B57012246E7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C9F729-3385-45DF-BC7F-177AE736FC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88F48AF-2356-4CF0-B31D-B55E8858811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9EFC42D-FBF9-4FE6-B970-E1C6C16AC5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913EA9B-588E-47D2-B9D9-6F41150B78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3930D5A-627C-48D0-94FE-21D958950ED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0B82D4-FCF6-43FC-980E-7DCDB8504B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F1FD82A-0D78-49FF-8E23-240E13A12C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2280de69c54934" /><Relationship Type="http://schemas.openxmlformats.org/officeDocument/2006/relationships/slideLayout" Target="/ppt/slideLayouts/slideLayout1.xml" Id="R220e19cf04084115" /><Relationship Type="http://schemas.openxmlformats.org/officeDocument/2006/relationships/slideLayout" Target="/ppt/slideLayouts/slideLayout2.xml" Id="Re677dd10d4de4548" /><Relationship Type="http://schemas.openxmlformats.org/officeDocument/2006/relationships/slideLayout" Target="/ppt/slideLayouts/slideLayout3.xml" Id="R21b0a94205114f8d" /><Relationship Type="http://schemas.openxmlformats.org/officeDocument/2006/relationships/slideLayout" Target="/ppt/slideLayouts/slideLayout4.xml" Id="R4b7f1915dddd44b8" /><Relationship Type="http://schemas.openxmlformats.org/officeDocument/2006/relationships/slideLayout" Target="/ppt/slideLayouts/slideLayout5.xml" Id="R7a5382c30a7f44ec" /><Relationship Type="http://schemas.openxmlformats.org/officeDocument/2006/relationships/slideLayout" Target="/ppt/slideLayouts/slideLayout6.xml" Id="R9d916842fbc64b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0e19cf04084115"/>
    <p:sldLayoutId xmlns:r="http://schemas.openxmlformats.org/officeDocument/2006/relationships" id="2147483650" r:id="Re677dd10d4de4548"/>
    <p:sldLayoutId xmlns:r="http://schemas.openxmlformats.org/officeDocument/2006/relationships" id="2147483651" r:id="R21b0a94205114f8d"/>
    <p:sldLayoutId xmlns:r="http://schemas.openxmlformats.org/officeDocument/2006/relationships" id="2147483652" r:id="R4b7f1915dddd44b8"/>
    <p:sldLayoutId xmlns:r="http://schemas.openxmlformats.org/officeDocument/2006/relationships" id="2147483653" r:id="R7a5382c30a7f44ec"/>
    <p:sldLayoutId xmlns:r="http://schemas.openxmlformats.org/officeDocument/2006/relationships" id="2147483654" r:id="R9d916842fbc64b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8a58d6d5a264c0f" /><Relationship Type="http://schemas.openxmlformats.org/officeDocument/2006/relationships/notesSlide" Target="/ppt/notesSlides/notesSlide1.xml" Id="R41636ccbc56748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9a0f24804184213" /><Relationship Type="http://schemas.openxmlformats.org/officeDocument/2006/relationships/notesSlide" Target="/ppt/notesSlides/notesSlide2.xml" Id="R0611f09f572548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f2ac5372e104daf" /><Relationship Type="http://schemas.openxmlformats.org/officeDocument/2006/relationships/notesSlide" Target="/ppt/notesSlides/notesSlide3.xml" Id="R6a1c2aaf34e747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5a532403edf4425" /><Relationship Type="http://schemas.openxmlformats.org/officeDocument/2006/relationships/notesSlide" Target="/ppt/notesSlides/notesSlide4.xml" Id="R770ca3b2dfae45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8487ccc8a6f4482" /><Relationship Type="http://schemas.openxmlformats.org/officeDocument/2006/relationships/notesSlide" Target="/ppt/notesSlides/notesSlide5.xml" Id="R1d4479b36cfe4e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0eab5bf331948fa" /><Relationship Type="http://schemas.openxmlformats.org/officeDocument/2006/relationships/notesSlide" Target="/ppt/notesSlides/notesSlide6.xml" Id="R313461d7cad541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670e5565073475a" /><Relationship Type="http://schemas.openxmlformats.org/officeDocument/2006/relationships/notesSlide" Target="/ppt/notesSlides/notesSlide7.xml" Id="R8f667e4ac04d40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0c9703790ab42ab" /><Relationship Type="http://schemas.openxmlformats.org/officeDocument/2006/relationships/notesSlide" Target="/ppt/notesSlides/notesSlide8.xml" Id="Rc91f0f7efba148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e55c58714154c89" /><Relationship Type="http://schemas.openxmlformats.org/officeDocument/2006/relationships/notesSlide" Target="/ppt/notesSlides/notesSlide9.xml" Id="Rc04c437fa6cc48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69704c41e7f4033" /><Relationship Type="http://schemas.openxmlformats.org/officeDocument/2006/relationships/image" Target="/ppt/media/image.jpeg" Id="R1501bde88ea8471c" /><Relationship Type="http://schemas.openxmlformats.org/officeDocument/2006/relationships/notesSlide" Target="/ppt/notesSlides/notesSlide10.xml" Id="R2246781cab1040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add651bb28d43ec" /><Relationship Type="http://schemas.openxmlformats.org/officeDocument/2006/relationships/notesSlide" Target="/ppt/notesSlides/notesSlide11.xml" Id="R7332314d4f4a408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e20333a2b5a43d1" /><Relationship Type="http://schemas.openxmlformats.org/officeDocument/2006/relationships/notesSlide" Target="/ppt/notesSlides/notesSlide12.xml" Id="Rfdfcef7e1bef45a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041d33ba98d463e" /><Relationship Type="http://schemas.openxmlformats.org/officeDocument/2006/relationships/notesSlide" Target="/ppt/notesSlides/notesSlide13.xml" Id="R8de48b6bb6774a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a88ff1229e54647" /><Relationship Type="http://schemas.openxmlformats.org/officeDocument/2006/relationships/notesSlide" Target="/ppt/notesSlides/notesSlide14.xml" Id="R274560fc67bd4014" /></Relationships>
</file>

<file path=ppt/slides/slide1.xml><?xml version="1.0" encoding="utf-8"?>
<p:sld xmlns:p="http://schemas.openxmlformats.org/presentationml/2006/main">
  <p:cSld>
    <p:bg>
      <p:bgPr>
        <a:solidFill xmlns:a="http://schemas.openxmlformats.org/drawingml/2006/main">
          <a:srgbClr val="14264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6B9859A-28AA-437A-814D-36E227D9815B}"/>
              </a:ext>
            </a:extLst>
          </p:cNvPr>
          <p:cNvSpPr>
            <a:spLocks xmlns:a="http://schemas.openxmlformats.org/drawingml/2006/main" noGrp="1"/>
          </p:cNvSpPr>
          <p:nvPr/>
        </p:nvSpPr>
        <p:spPr>
          <a:xfrm xmlns:a="http://schemas.openxmlformats.org/drawingml/2006/main">
            <a:off x="609600" y="533400"/>
            <a:ext cx="419100" cy="38100"/>
          </a:xfrm>
          <a:prstGeom xmlns:a="http://schemas.openxmlformats.org/drawingml/2006/main" prst="rect">
            <a:avLst/>
          </a:prstGeom>
          <a:solidFill xmlns:a="http://schemas.openxmlformats.org/drawingml/2006/main">
            <a:srgbClr val="A17D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D14BDB-CE14-4EB4-9F72-4D7D1CB74B1E}"/>
              </a:ext>
            </a:extLst>
          </p:cNvPr>
          <p:cNvSpPr>
            <a:spLocks xmlns:a="http://schemas.openxmlformats.org/drawingml/2006/main" noGrp="1"/>
          </p:cNvSpPr>
          <p:nvPr/>
        </p:nvSpPr>
        <p:spPr>
          <a:xfrm xmlns:a="http://schemas.openxmlformats.org/drawingml/2006/main">
            <a:off x="1181100" y="3810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1">
                <a:solidFill>
                  <a:srgbClr val="D6C295"/>
                </a:solidFill>
              </a:defRPr>
            </a:defPPr>
            <a:lvl1pPr>
              <a:defRPr sz="975" b="1">
                <a:solidFill>
                  <a:srgbClr val="D6C295"/>
                </a:solidFill>
              </a:defRPr>
            </a:lvl1pPr>
            <a:lvl2pPr>
              <a:defRPr sz="975" b="1">
                <a:solidFill>
                  <a:srgbClr val="D6C295"/>
                </a:solidFill>
              </a:defRPr>
            </a:lvl2pPr>
            <a:lvl3pPr>
              <a:defRPr sz="975" b="1">
                <a:solidFill>
                  <a:srgbClr val="D6C295"/>
                </a:solidFill>
              </a:defRPr>
            </a:lvl3pPr>
            <a:lvl4pPr>
              <a:defRPr sz="975" b="1">
                <a:solidFill>
                  <a:srgbClr val="D6C295"/>
                </a:solidFill>
              </a:defRPr>
            </a:lvl4pPr>
            <a:lvl5pPr>
              <a:defRPr sz="975" b="1">
                <a:solidFill>
                  <a:srgbClr val="D6C295"/>
                </a:solidFill>
              </a:defRPr>
            </a:lvl5pPr>
            <a:lvl6pPr>
              <a:defRPr sz="975" b="1">
                <a:solidFill>
                  <a:srgbClr val="D6C295"/>
                </a:solidFill>
              </a:defRPr>
            </a:lvl6pPr>
            <a:lvl7pPr>
              <a:defRPr sz="975" b="1">
                <a:solidFill>
                  <a:srgbClr val="D6C295"/>
                </a:solidFill>
              </a:defRPr>
            </a:lvl7pPr>
            <a:lvl8pPr>
              <a:defRPr sz="975" b="1">
                <a:solidFill>
                  <a:srgbClr val="D6C295"/>
                </a:solidFill>
              </a:defRPr>
            </a:lvl8pPr>
            <a:lvl9pPr>
              <a:defRPr sz="975" b="1">
                <a:solidFill>
                  <a:srgbClr val="D6C295"/>
                </a:solidFill>
              </a:defRPr>
            </a:lvl9pPr>
          </a:lstStyle>
          <a:p xmlns:a="http://schemas.openxmlformats.org/drawingml/2006/main">
            <a:pPr>
              <a:defRPr sz="975" b="1">
                <a:solidFill>
                  <a:srgbClr val="D6C295"/>
                </a:solidFill>
              </a:defRPr>
            </a:pPr>
            <a:r>
              <a:rPr sz="975" b="1">
                <a:solidFill>
                  <a:srgbClr val="D6C295"/>
                </a:solidFill>
              </a:rPr>
              <a:t>TRIBUTAFÁCIL / GRUPO 4</a:t>
            </a:r>
          </a:p>
        </p:txBody>
      </p:sp>
      <p:sp>
        <p:nvSpPr>
          <p:cNvPr id="4" name="">
            <a:extLst xmlns:a="http://schemas.openxmlformats.org/drawingml/2006/main">
              <a:ext uri="{FF2B5EF4-FFF2-40B4-BE49-F238E27FC236}">
                <a16:creationId xmlns:a16="http://schemas.microsoft.com/office/drawing/2014/main" id="{2CEE0E54-4130-4FC7-80C7-FE36EFB9136D}"/>
              </a:ext>
            </a:extLst>
          </p:cNvPr>
          <p:cNvSpPr>
            <a:spLocks xmlns:a="http://schemas.openxmlformats.org/drawingml/2006/main" noGrp="1"/>
          </p:cNvSpPr>
          <p:nvPr/>
        </p:nvSpPr>
        <p:spPr>
          <a:xfrm xmlns:a="http://schemas.openxmlformats.org/drawingml/2006/main">
            <a:off x="11049000" y="38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CED5E0"/>
                </a:solidFill>
              </a:defRPr>
            </a:defPPr>
            <a:lvl1pPr>
              <a:defRPr sz="1050" b="0">
                <a:solidFill>
                  <a:srgbClr val="CED5E0"/>
                </a:solidFill>
              </a:defRPr>
            </a:lvl1pPr>
            <a:lvl2pPr>
              <a:defRPr sz="1050" b="0">
                <a:solidFill>
                  <a:srgbClr val="CED5E0"/>
                </a:solidFill>
              </a:defRPr>
            </a:lvl2pPr>
            <a:lvl3pPr>
              <a:defRPr sz="1050" b="0">
                <a:solidFill>
                  <a:srgbClr val="CED5E0"/>
                </a:solidFill>
              </a:defRPr>
            </a:lvl3pPr>
            <a:lvl4pPr>
              <a:defRPr sz="1050" b="0">
                <a:solidFill>
                  <a:srgbClr val="CED5E0"/>
                </a:solidFill>
              </a:defRPr>
            </a:lvl4pPr>
            <a:lvl5pPr>
              <a:defRPr sz="1050" b="0">
                <a:solidFill>
                  <a:srgbClr val="CED5E0"/>
                </a:solidFill>
              </a:defRPr>
            </a:lvl5pPr>
            <a:lvl6pPr>
              <a:defRPr sz="1050" b="0">
                <a:solidFill>
                  <a:srgbClr val="CED5E0"/>
                </a:solidFill>
              </a:defRPr>
            </a:lvl6pPr>
            <a:lvl7pPr>
              <a:defRPr sz="1050" b="0">
                <a:solidFill>
                  <a:srgbClr val="CED5E0"/>
                </a:solidFill>
              </a:defRPr>
            </a:lvl7pPr>
            <a:lvl8pPr>
              <a:defRPr sz="1050" b="0">
                <a:solidFill>
                  <a:srgbClr val="CED5E0"/>
                </a:solidFill>
              </a:defRPr>
            </a:lvl8pPr>
            <a:lvl9pPr>
              <a:defRPr sz="1050" b="0">
                <a:solidFill>
                  <a:srgbClr val="CED5E0"/>
                </a:solidFill>
              </a:defRPr>
            </a:lvl9pPr>
          </a:lstStyle>
          <a:p xmlns:a="http://schemas.openxmlformats.org/drawingml/2006/main">
            <a:pPr>
              <a:defRPr sz="1050" b="0">
                <a:solidFill>
                  <a:srgbClr val="CED5E0"/>
                </a:solidFill>
              </a:defRPr>
            </a:pPr>
            <a:r>
              <a:rPr sz="1050" b="0">
                <a:solidFill>
                  <a:srgbClr val="CED5E0"/>
                </a:solidFill>
              </a:rPr>
              <a:t>01</a:t>
            </a:r>
          </a:p>
        </p:txBody>
      </p:sp>
      <p:sp>
        <p:nvSpPr>
          <p:cNvPr id="5" name="">
            <a:extLst xmlns:a="http://schemas.openxmlformats.org/drawingml/2006/main">
              <a:ext uri="{FF2B5EF4-FFF2-40B4-BE49-F238E27FC236}">
                <a16:creationId xmlns:a16="http://schemas.microsoft.com/office/drawing/2014/main" id="{57ADE475-F493-4D3B-9E56-B8466B330A0C}"/>
              </a:ext>
            </a:extLst>
          </p:cNvPr>
          <p:cNvSpPr>
            <a:spLocks xmlns:a="http://schemas.openxmlformats.org/drawingml/2006/main" noGrp="1"/>
          </p:cNvSpPr>
          <p:nvPr/>
        </p:nvSpPr>
        <p:spPr>
          <a:xfrm xmlns:a="http://schemas.openxmlformats.org/drawingml/2006/main">
            <a:off x="609600" y="1028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FFFFFF"/>
                </a:solidFill>
              </a:defRPr>
            </a:defPPr>
            <a:lvl1pPr>
              <a:defRPr sz="3300" b="1">
                <a:solidFill>
                  <a:srgbClr val="FFFFFF"/>
                </a:solidFill>
              </a:defRPr>
            </a:lvl1pPr>
            <a:lvl2pPr>
              <a:defRPr sz="3300" b="1">
                <a:solidFill>
                  <a:srgbClr val="FFFFFF"/>
                </a:solidFill>
              </a:defRPr>
            </a:lvl2pPr>
            <a:lvl3pPr>
              <a:defRPr sz="3300" b="1">
                <a:solidFill>
                  <a:srgbClr val="FFFFFF"/>
                </a:solidFill>
              </a:defRPr>
            </a:lvl3pPr>
            <a:lvl4pPr>
              <a:defRPr sz="3300" b="1">
                <a:solidFill>
                  <a:srgbClr val="FFFFFF"/>
                </a:solidFill>
              </a:defRPr>
            </a:lvl4pPr>
            <a:lvl5pPr>
              <a:defRPr sz="3300" b="1">
                <a:solidFill>
                  <a:srgbClr val="FFFFFF"/>
                </a:solidFill>
              </a:defRPr>
            </a:lvl5pPr>
            <a:lvl6pPr>
              <a:defRPr sz="3300" b="1">
                <a:solidFill>
                  <a:srgbClr val="FFFFFF"/>
                </a:solidFill>
              </a:defRPr>
            </a:lvl6pPr>
            <a:lvl7pPr>
              <a:defRPr sz="3300" b="1">
                <a:solidFill>
                  <a:srgbClr val="FFFFFF"/>
                </a:solidFill>
              </a:defRPr>
            </a:lvl7pPr>
            <a:lvl8pPr>
              <a:defRPr sz="3300" b="1">
                <a:solidFill>
                  <a:srgbClr val="FFFFFF"/>
                </a:solidFill>
              </a:defRPr>
            </a:lvl8pPr>
            <a:lvl9pPr>
              <a:defRPr sz="3300" b="1">
                <a:solidFill>
                  <a:srgbClr val="FFFFFF"/>
                </a:solidFill>
              </a:defRPr>
            </a:lvl9pPr>
          </a:lstStyle>
          <a:p xmlns:a="http://schemas.openxmlformats.org/drawingml/2006/main">
            <a:pPr>
              <a:defRPr sz="3300" b="1">
                <a:solidFill>
                  <a:srgbClr val="FFFFFF"/>
                </a:solidFill>
              </a:defRPr>
            </a:pPr>
            <a:r>
              <a:rPr sz="3300" b="1">
                <a:solidFill>
                  <a:srgbClr val="FFFFFF"/>
                </a:solidFill>
              </a:rPr>
              <a:t>TributaFácil</a:t>
            </a:r>
          </a:p>
        </p:txBody>
      </p:sp>
      <p:sp>
        <p:nvSpPr>
          <p:cNvPr id="6" name="">
            <a:extLst xmlns:a="http://schemas.openxmlformats.org/drawingml/2006/main">
              <a:ext uri="{FF2B5EF4-FFF2-40B4-BE49-F238E27FC236}">
                <a16:creationId xmlns:a16="http://schemas.microsoft.com/office/drawing/2014/main" id="{6673BCB0-B389-4CEF-B430-CA909B6C67F9}"/>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33456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1BBE35D-4562-4984-8BA0-0D685DDCF0FD}"/>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C3CDDE"/>
                </a:solidFill>
              </a:defRPr>
            </a:defPPr>
            <a:lvl1pPr>
              <a:defRPr sz="900" b="0">
                <a:solidFill>
                  <a:srgbClr val="C3CDDE"/>
                </a:solidFill>
              </a:defRPr>
            </a:lvl1pPr>
            <a:lvl2pPr>
              <a:defRPr sz="900" b="0">
                <a:solidFill>
                  <a:srgbClr val="C3CDDE"/>
                </a:solidFill>
              </a:defRPr>
            </a:lvl2pPr>
            <a:lvl3pPr>
              <a:defRPr sz="900" b="0">
                <a:solidFill>
                  <a:srgbClr val="C3CDDE"/>
                </a:solidFill>
              </a:defRPr>
            </a:lvl3pPr>
            <a:lvl4pPr>
              <a:defRPr sz="900" b="0">
                <a:solidFill>
                  <a:srgbClr val="C3CDDE"/>
                </a:solidFill>
              </a:defRPr>
            </a:lvl4pPr>
            <a:lvl5pPr>
              <a:defRPr sz="900" b="0">
                <a:solidFill>
                  <a:srgbClr val="C3CDDE"/>
                </a:solidFill>
              </a:defRPr>
            </a:lvl5pPr>
            <a:lvl6pPr>
              <a:defRPr sz="900" b="0">
                <a:solidFill>
                  <a:srgbClr val="C3CDDE"/>
                </a:solidFill>
              </a:defRPr>
            </a:lvl6pPr>
            <a:lvl7pPr>
              <a:defRPr sz="900" b="0">
                <a:solidFill>
                  <a:srgbClr val="C3CDDE"/>
                </a:solidFill>
              </a:defRPr>
            </a:lvl7pPr>
            <a:lvl8pPr>
              <a:defRPr sz="900" b="0">
                <a:solidFill>
                  <a:srgbClr val="C3CDDE"/>
                </a:solidFill>
              </a:defRPr>
            </a:lvl8pPr>
            <a:lvl9pPr>
              <a:defRPr sz="900" b="0">
                <a:solidFill>
                  <a:srgbClr val="C3CDDE"/>
                </a:solidFill>
              </a:defRPr>
            </a:lvl9pPr>
          </a:lstStyle>
          <a:p xmlns:a="http://schemas.openxmlformats.org/drawingml/2006/main">
            <a:pPr>
              <a:defRPr sz="900" b="0">
                <a:solidFill>
                  <a:srgbClr val="C3CDDE"/>
                </a:solidFill>
              </a:defRPr>
            </a:pPr>
            <a:r>
              <a:rPr sz="900" b="0">
                <a:solidFill>
                  <a:srgbClr val="C3CDDE"/>
                </a:solidFill>
              </a:rPr>
              <a:t>Prototipo académico · Demostración sin cobros reales</a:t>
            </a:r>
          </a:p>
        </p:txBody>
      </p:sp>
      <p:sp>
        <p:nvSpPr>
          <p:cNvPr id="8" name="">
            <a:extLst xmlns:a="http://schemas.openxmlformats.org/drawingml/2006/main">
              <a:ext uri="{FF2B5EF4-FFF2-40B4-BE49-F238E27FC236}">
                <a16:creationId xmlns:a16="http://schemas.microsoft.com/office/drawing/2014/main" id="{3ABA39B7-4F01-496F-9896-89FA01BDF8E9}"/>
              </a:ext>
            </a:extLst>
          </p:cNvPr>
          <p:cNvSpPr>
            <a:spLocks xmlns:a="http://schemas.openxmlformats.org/drawingml/2006/main" noGrp="1"/>
          </p:cNvSpPr>
          <p:nvPr/>
        </p:nvSpPr>
        <p:spPr>
          <a:xfrm xmlns:a="http://schemas.openxmlformats.org/drawingml/2006/main">
            <a:off x="609600" y="2238375"/>
            <a:ext cx="80962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100" b="1">
                <a:solidFill>
                  <a:srgbClr val="FFFFFF"/>
                </a:solidFill>
              </a:defRPr>
            </a:defPPr>
            <a:lvl1pPr>
              <a:defRPr sz="5100" b="1">
                <a:solidFill>
                  <a:srgbClr val="FFFFFF"/>
                </a:solidFill>
              </a:defRPr>
            </a:lvl1pPr>
            <a:lvl2pPr>
              <a:defRPr sz="5100" b="1">
                <a:solidFill>
                  <a:srgbClr val="FFFFFF"/>
                </a:solidFill>
              </a:defRPr>
            </a:lvl2pPr>
            <a:lvl3pPr>
              <a:defRPr sz="5100" b="1">
                <a:solidFill>
                  <a:srgbClr val="FFFFFF"/>
                </a:solidFill>
              </a:defRPr>
            </a:lvl3pPr>
            <a:lvl4pPr>
              <a:defRPr sz="5100" b="1">
                <a:solidFill>
                  <a:srgbClr val="FFFFFF"/>
                </a:solidFill>
              </a:defRPr>
            </a:lvl4pPr>
            <a:lvl5pPr>
              <a:defRPr sz="5100" b="1">
                <a:solidFill>
                  <a:srgbClr val="FFFFFF"/>
                </a:solidFill>
              </a:defRPr>
            </a:lvl5pPr>
            <a:lvl6pPr>
              <a:defRPr sz="5100" b="1">
                <a:solidFill>
                  <a:srgbClr val="FFFFFF"/>
                </a:solidFill>
              </a:defRPr>
            </a:lvl6pPr>
            <a:lvl7pPr>
              <a:defRPr sz="5100" b="1">
                <a:solidFill>
                  <a:srgbClr val="FFFFFF"/>
                </a:solidFill>
              </a:defRPr>
            </a:lvl7pPr>
            <a:lvl8pPr>
              <a:defRPr sz="5100" b="1">
                <a:solidFill>
                  <a:srgbClr val="FFFFFF"/>
                </a:solidFill>
              </a:defRPr>
            </a:lvl8pPr>
            <a:lvl9pPr>
              <a:defRPr sz="5100" b="1">
                <a:solidFill>
                  <a:srgbClr val="FFFFFF"/>
                </a:solidFill>
              </a:defRPr>
            </a:lvl9pPr>
          </a:lstStyle>
          <a:p xmlns:a="http://schemas.openxmlformats.org/drawingml/2006/main">
            <a:pPr>
              <a:defRPr sz="5100" b="1">
                <a:solidFill>
                  <a:srgbClr val="FFFFFF"/>
                </a:solidFill>
              </a:defRPr>
            </a:pPr>
            <a:r>
              <a:rPr sz="5100" b="1">
                <a:solidFill>
                  <a:srgbClr val="FFFFFF"/>
                </a:solidFill>
              </a:rPr>
              <a:t>Ponte al día.</a:t>
            </a:r>
          </a:p>
          <a:p xmlns:a="http://schemas.openxmlformats.org/drawingml/2006/main">
            <a:pPr>
              <a:defRPr sz="5100" b="1">
                <a:solidFill>
                  <a:srgbClr val="FFFFFF"/>
                </a:solidFill>
              </a:defRPr>
            </a:pPr>
            <a:r>
              <a:rPr sz="5100" b="1">
                <a:solidFill>
                  <a:srgbClr val="FFFFFF"/>
                </a:solidFill>
              </a:rPr>
              <a:t>Sin dar vueltas.</a:t>
            </a:r>
          </a:p>
        </p:txBody>
      </p:sp>
      <p:sp>
        <p:nvSpPr>
          <p:cNvPr id="9" name="">
            <a:extLst xmlns:a="http://schemas.openxmlformats.org/drawingml/2006/main">
              <a:ext uri="{FF2B5EF4-FFF2-40B4-BE49-F238E27FC236}">
                <a16:creationId xmlns:a16="http://schemas.microsoft.com/office/drawing/2014/main" id="{4AACE9AE-A39C-45D2-87AB-E033DA0E2263}"/>
              </a:ext>
            </a:extLst>
          </p:cNvPr>
          <p:cNvSpPr>
            <a:spLocks xmlns:a="http://schemas.openxmlformats.org/drawingml/2006/main" noGrp="1"/>
          </p:cNvSpPr>
          <p:nvPr/>
        </p:nvSpPr>
        <p:spPr>
          <a:xfrm xmlns:a="http://schemas.openxmlformats.org/drawingml/2006/main">
            <a:off x="638175" y="42386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D7BE81"/>
                </a:solidFill>
              </a:defRPr>
            </a:defPPr>
            <a:lvl1pPr>
              <a:defRPr sz="2250" b="0">
                <a:solidFill>
                  <a:srgbClr val="D7BE81"/>
                </a:solidFill>
              </a:defRPr>
            </a:lvl1pPr>
            <a:lvl2pPr>
              <a:defRPr sz="2250" b="0">
                <a:solidFill>
                  <a:srgbClr val="D7BE81"/>
                </a:solidFill>
              </a:defRPr>
            </a:lvl2pPr>
            <a:lvl3pPr>
              <a:defRPr sz="2250" b="0">
                <a:solidFill>
                  <a:srgbClr val="D7BE81"/>
                </a:solidFill>
              </a:defRPr>
            </a:lvl3pPr>
            <a:lvl4pPr>
              <a:defRPr sz="2250" b="0">
                <a:solidFill>
                  <a:srgbClr val="D7BE81"/>
                </a:solidFill>
              </a:defRPr>
            </a:lvl4pPr>
            <a:lvl5pPr>
              <a:defRPr sz="2250" b="0">
                <a:solidFill>
                  <a:srgbClr val="D7BE81"/>
                </a:solidFill>
              </a:defRPr>
            </a:lvl5pPr>
            <a:lvl6pPr>
              <a:defRPr sz="2250" b="0">
                <a:solidFill>
                  <a:srgbClr val="D7BE81"/>
                </a:solidFill>
              </a:defRPr>
            </a:lvl6pPr>
            <a:lvl7pPr>
              <a:defRPr sz="2250" b="0">
                <a:solidFill>
                  <a:srgbClr val="D7BE81"/>
                </a:solidFill>
              </a:defRPr>
            </a:lvl7pPr>
            <a:lvl8pPr>
              <a:defRPr sz="2250" b="0">
                <a:solidFill>
                  <a:srgbClr val="D7BE81"/>
                </a:solidFill>
              </a:defRPr>
            </a:lvl8pPr>
            <a:lvl9pPr>
              <a:defRPr sz="2250" b="0">
                <a:solidFill>
                  <a:srgbClr val="D7BE81"/>
                </a:solidFill>
              </a:defRPr>
            </a:lvl9pPr>
          </a:lstStyle>
          <a:p xmlns:a="http://schemas.openxmlformats.org/drawingml/2006/main">
            <a:pPr>
              <a:defRPr sz="2250" b="0">
                <a:solidFill>
                  <a:srgbClr val="D7BE81"/>
                </a:solidFill>
              </a:defRPr>
            </a:pPr>
            <a:r>
              <a:rPr sz="2250" b="0">
                <a:solidFill>
                  <a:srgbClr val="D7BE81"/>
                </a:solidFill>
              </a:rPr>
              <a:t>Prototipo funcional y prueba de usabilidad</a:t>
            </a:r>
          </a:p>
        </p:txBody>
      </p:sp>
      <p:sp>
        <p:nvSpPr>
          <p:cNvPr id="10" name="">
            <a:extLst xmlns:a="http://schemas.openxmlformats.org/drawingml/2006/main">
              <a:ext uri="{FF2B5EF4-FFF2-40B4-BE49-F238E27FC236}">
                <a16:creationId xmlns:a16="http://schemas.microsoft.com/office/drawing/2014/main" id="{65B63884-B8DE-45DB-9075-2A52180F2DF5}"/>
              </a:ext>
            </a:extLst>
          </p:cNvPr>
          <p:cNvSpPr>
            <a:spLocks xmlns:a="http://schemas.openxmlformats.org/drawingml/2006/main" noGrp="1"/>
          </p:cNvSpPr>
          <p:nvPr/>
        </p:nvSpPr>
        <p:spPr>
          <a:xfrm xmlns:a="http://schemas.openxmlformats.org/drawingml/2006/main">
            <a:off x="638175" y="4781550"/>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CDD6E6"/>
                </a:solidFill>
              </a:defRPr>
            </a:defPPr>
            <a:lvl1pPr>
              <a:defRPr sz="1800" b="0">
                <a:solidFill>
                  <a:srgbClr val="CDD6E6"/>
                </a:solidFill>
              </a:defRPr>
            </a:lvl1pPr>
            <a:lvl2pPr>
              <a:defRPr sz="1800" b="0">
                <a:solidFill>
                  <a:srgbClr val="CDD6E6"/>
                </a:solidFill>
              </a:defRPr>
            </a:lvl2pPr>
            <a:lvl3pPr>
              <a:defRPr sz="1800" b="0">
                <a:solidFill>
                  <a:srgbClr val="CDD6E6"/>
                </a:solidFill>
              </a:defRPr>
            </a:lvl3pPr>
            <a:lvl4pPr>
              <a:defRPr sz="1800" b="0">
                <a:solidFill>
                  <a:srgbClr val="CDD6E6"/>
                </a:solidFill>
              </a:defRPr>
            </a:lvl4pPr>
            <a:lvl5pPr>
              <a:defRPr sz="1800" b="0">
                <a:solidFill>
                  <a:srgbClr val="CDD6E6"/>
                </a:solidFill>
              </a:defRPr>
            </a:lvl5pPr>
            <a:lvl6pPr>
              <a:defRPr sz="1800" b="0">
                <a:solidFill>
                  <a:srgbClr val="CDD6E6"/>
                </a:solidFill>
              </a:defRPr>
            </a:lvl6pPr>
            <a:lvl7pPr>
              <a:defRPr sz="1800" b="0">
                <a:solidFill>
                  <a:srgbClr val="CDD6E6"/>
                </a:solidFill>
              </a:defRPr>
            </a:lvl7pPr>
            <a:lvl8pPr>
              <a:defRPr sz="1800" b="0">
                <a:solidFill>
                  <a:srgbClr val="CDD6E6"/>
                </a:solidFill>
              </a:defRPr>
            </a:lvl8pPr>
            <a:lvl9pPr>
              <a:defRPr sz="1800" b="0">
                <a:solidFill>
                  <a:srgbClr val="CDD6E6"/>
                </a:solidFill>
              </a:defRPr>
            </a:lvl9pPr>
          </a:lstStyle>
          <a:p xmlns:a="http://schemas.openxmlformats.org/drawingml/2006/main">
            <a:pPr>
              <a:defRPr sz="1800" b="0">
                <a:solidFill>
                  <a:srgbClr val="CDD6E6"/>
                </a:solidFill>
              </a:defRPr>
            </a:pPr>
            <a:r>
              <a:rPr sz="1800" b="0">
                <a:solidFill>
                  <a:srgbClr val="CDD6E6"/>
                </a:solidFill>
              </a:rPr>
              <a:t>Del problema a una interacción observable</a:t>
            </a:r>
          </a:p>
        </p:txBody>
      </p:sp>
      <p:sp>
        <p:nvSpPr>
          <p:cNvPr id="11" name="">
            <a:extLst xmlns:a="http://schemas.openxmlformats.org/drawingml/2006/main">
              <a:ext uri="{FF2B5EF4-FFF2-40B4-BE49-F238E27FC236}">
                <a16:creationId xmlns:a16="http://schemas.microsoft.com/office/drawing/2014/main" id="{82D07377-22DF-4B70-B954-86D0E7888602}"/>
              </a:ext>
            </a:extLst>
          </p:cNvPr>
          <p:cNvSpPr>
            <a:spLocks xmlns:a="http://schemas.openxmlformats.org/drawingml/2006/main" noGrp="1"/>
          </p:cNvSpPr>
          <p:nvPr/>
        </p:nvSpPr>
        <p:spPr>
          <a:xfrm xmlns:a="http://schemas.openxmlformats.org/drawingml/2006/main">
            <a:off x="638175" y="54673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CDD6E6"/>
                </a:solidFill>
              </a:defRPr>
            </a:defPPr>
            <a:lvl1pPr>
              <a:defRPr sz="1350" b="0">
                <a:solidFill>
                  <a:srgbClr val="CDD6E6"/>
                </a:solidFill>
              </a:defRPr>
            </a:lvl1pPr>
            <a:lvl2pPr>
              <a:defRPr sz="1350" b="0">
                <a:solidFill>
                  <a:srgbClr val="CDD6E6"/>
                </a:solidFill>
              </a:defRPr>
            </a:lvl2pPr>
            <a:lvl3pPr>
              <a:defRPr sz="1350" b="0">
                <a:solidFill>
                  <a:srgbClr val="CDD6E6"/>
                </a:solidFill>
              </a:defRPr>
            </a:lvl3pPr>
            <a:lvl4pPr>
              <a:defRPr sz="1350" b="0">
                <a:solidFill>
                  <a:srgbClr val="CDD6E6"/>
                </a:solidFill>
              </a:defRPr>
            </a:lvl4pPr>
            <a:lvl5pPr>
              <a:defRPr sz="1350" b="0">
                <a:solidFill>
                  <a:srgbClr val="CDD6E6"/>
                </a:solidFill>
              </a:defRPr>
            </a:lvl5pPr>
            <a:lvl6pPr>
              <a:defRPr sz="1350" b="0">
                <a:solidFill>
                  <a:srgbClr val="CDD6E6"/>
                </a:solidFill>
              </a:defRPr>
            </a:lvl6pPr>
            <a:lvl7pPr>
              <a:defRPr sz="1350" b="0">
                <a:solidFill>
                  <a:srgbClr val="CDD6E6"/>
                </a:solidFill>
              </a:defRPr>
            </a:lvl7pPr>
            <a:lvl8pPr>
              <a:defRPr sz="1350" b="0">
                <a:solidFill>
                  <a:srgbClr val="CDD6E6"/>
                </a:solidFill>
              </a:defRPr>
            </a:lvl8pPr>
            <a:lvl9pPr>
              <a:defRPr sz="1350" b="0">
                <a:solidFill>
                  <a:srgbClr val="CDD6E6"/>
                </a:solidFill>
              </a:defRPr>
            </a:lvl9pPr>
          </a:lstStyle>
          <a:p xmlns:a="http://schemas.openxmlformats.org/drawingml/2006/main">
            <a:pPr>
              <a:defRPr sz="1350" b="0">
                <a:solidFill>
                  <a:srgbClr val="CDD6E6"/>
                </a:solidFill>
              </a:defRPr>
            </a:pPr>
            <a:r>
              <a:rPr sz="1350" b="0">
                <a:solidFill>
                  <a:srgbClr val="CDD6E6"/>
                </a:solidFill>
              </a:rPr>
              <a:t>Axel Córdova · Jose Raid Miranda · William Pinedo</a:t>
            </a:r>
          </a:p>
          <a:p xmlns:a="http://schemas.openxmlformats.org/drawingml/2006/main">
            <a:pPr>
              <a:defRPr sz="1350" b="0">
                <a:solidFill>
                  <a:srgbClr val="CDD6E6"/>
                </a:solidFill>
              </a:defRPr>
            </a:pPr>
            <a:r>
              <a:rPr sz="1350" b="0">
                <a:solidFill>
                  <a:srgbClr val="CDD6E6"/>
                </a:solidFill>
              </a:rPr>
              <a:t>Jesús Reyes · Diego Vásquez · Mauricio Vizcardo</a:t>
            </a:r>
          </a:p>
        </p:txBody>
      </p:sp>
    </p:spTree>
    <p:extLst>
      <p:ext uri="{BB962C8B-B14F-4D97-AF65-F5344CB8AC3E}">
        <p14:creationId xmlns:p14="http://schemas.microsoft.com/office/powerpoint/2010/main" val="1930703441"/>
      </p:ext>
    </p:extLst>
  </p:cSld>
</p:sld>
</file>

<file path=ppt/slides/slide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DC5E255-F1D4-4A4F-896A-AC82B7BC3FFA}"/>
              </a:ext>
            </a:extLst>
          </p:cNvPr>
          <p:cNvSpPr>
            <a:spLocks xmlns:a="http://schemas.openxmlformats.org/drawingml/2006/main" noGrp="1"/>
          </p:cNvSpPr>
          <p:nvPr/>
        </p:nvSpPr>
        <p:spPr>
          <a:xfrm xmlns:a="http://schemas.openxmlformats.org/drawingml/2006/main">
            <a:off x="609600" y="533400"/>
            <a:ext cx="419100" cy="38100"/>
          </a:xfrm>
          <a:prstGeom xmlns:a="http://schemas.openxmlformats.org/drawingml/2006/main" prst="rect">
            <a:avLst/>
          </a:prstGeom>
          <a:solidFill xmlns:a="http://schemas.openxmlformats.org/drawingml/2006/main">
            <a:srgbClr val="A17D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4D93203-F0D0-4B0F-87F6-016F3869B234}"/>
              </a:ext>
            </a:extLst>
          </p:cNvPr>
          <p:cNvSpPr>
            <a:spLocks xmlns:a="http://schemas.openxmlformats.org/drawingml/2006/main" noGrp="1"/>
          </p:cNvSpPr>
          <p:nvPr/>
        </p:nvSpPr>
        <p:spPr>
          <a:xfrm xmlns:a="http://schemas.openxmlformats.org/drawingml/2006/main">
            <a:off x="1181100" y="3810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1">
                <a:solidFill>
                  <a:srgbClr val="A17D2B"/>
                </a:solidFill>
              </a:defRPr>
            </a:defPPr>
            <a:lvl1pPr>
              <a:defRPr sz="975" b="1">
                <a:solidFill>
                  <a:srgbClr val="A17D2B"/>
                </a:solidFill>
              </a:defRPr>
            </a:lvl1pPr>
            <a:lvl2pPr>
              <a:defRPr sz="975" b="1">
                <a:solidFill>
                  <a:srgbClr val="A17D2B"/>
                </a:solidFill>
              </a:defRPr>
            </a:lvl2pPr>
            <a:lvl3pPr>
              <a:defRPr sz="975" b="1">
                <a:solidFill>
                  <a:srgbClr val="A17D2B"/>
                </a:solidFill>
              </a:defRPr>
            </a:lvl3pPr>
            <a:lvl4pPr>
              <a:defRPr sz="975" b="1">
                <a:solidFill>
                  <a:srgbClr val="A17D2B"/>
                </a:solidFill>
              </a:defRPr>
            </a:lvl4pPr>
            <a:lvl5pPr>
              <a:defRPr sz="975" b="1">
                <a:solidFill>
                  <a:srgbClr val="A17D2B"/>
                </a:solidFill>
              </a:defRPr>
            </a:lvl5pPr>
            <a:lvl6pPr>
              <a:defRPr sz="975" b="1">
                <a:solidFill>
                  <a:srgbClr val="A17D2B"/>
                </a:solidFill>
              </a:defRPr>
            </a:lvl6pPr>
            <a:lvl7pPr>
              <a:defRPr sz="975" b="1">
                <a:solidFill>
                  <a:srgbClr val="A17D2B"/>
                </a:solidFill>
              </a:defRPr>
            </a:lvl7pPr>
            <a:lvl8pPr>
              <a:defRPr sz="975" b="1">
                <a:solidFill>
                  <a:srgbClr val="A17D2B"/>
                </a:solidFill>
              </a:defRPr>
            </a:lvl8pPr>
            <a:lvl9pPr>
              <a:defRPr sz="975" b="1">
                <a:solidFill>
                  <a:srgbClr val="A17D2B"/>
                </a:solidFill>
              </a:defRPr>
            </a:lvl9pPr>
          </a:lstStyle>
          <a:p xmlns:a="http://schemas.openxmlformats.org/drawingml/2006/main">
            <a:pPr>
              <a:defRPr sz="975" b="1">
                <a:solidFill>
                  <a:srgbClr val="A17D2B"/>
                </a:solidFill>
              </a:defRPr>
            </a:pPr>
            <a:r>
              <a:rPr sz="975" b="1">
                <a:solidFill>
                  <a:srgbClr val="A17D2B"/>
                </a:solidFill>
              </a:rPr>
              <a:t>TRIBUTAFÁCIL / GRUPO 4</a:t>
            </a:r>
          </a:p>
        </p:txBody>
      </p:sp>
      <p:sp>
        <p:nvSpPr>
          <p:cNvPr id="4" name="">
            <a:extLst xmlns:a="http://schemas.openxmlformats.org/drawingml/2006/main">
              <a:ext uri="{FF2B5EF4-FFF2-40B4-BE49-F238E27FC236}">
                <a16:creationId xmlns:a16="http://schemas.microsoft.com/office/drawing/2014/main" id="{8AB32D73-7650-4A72-9509-1F7597AFC7C5}"/>
              </a:ext>
            </a:extLst>
          </p:cNvPr>
          <p:cNvSpPr>
            <a:spLocks xmlns:a="http://schemas.openxmlformats.org/drawingml/2006/main" noGrp="1"/>
          </p:cNvSpPr>
          <p:nvPr/>
        </p:nvSpPr>
        <p:spPr>
          <a:xfrm xmlns:a="http://schemas.openxmlformats.org/drawingml/2006/main">
            <a:off x="11049000" y="38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657187"/>
                </a:solidFill>
              </a:defRPr>
            </a:defPPr>
            <a:lvl1pPr>
              <a:defRPr sz="1050" b="0">
                <a:solidFill>
                  <a:srgbClr val="657187"/>
                </a:solidFill>
              </a:defRPr>
            </a:lvl1pPr>
            <a:lvl2pPr>
              <a:defRPr sz="1050" b="0">
                <a:solidFill>
                  <a:srgbClr val="657187"/>
                </a:solidFill>
              </a:defRPr>
            </a:lvl2pPr>
            <a:lvl3pPr>
              <a:defRPr sz="1050" b="0">
                <a:solidFill>
                  <a:srgbClr val="657187"/>
                </a:solidFill>
              </a:defRPr>
            </a:lvl3pPr>
            <a:lvl4pPr>
              <a:defRPr sz="1050" b="0">
                <a:solidFill>
                  <a:srgbClr val="657187"/>
                </a:solidFill>
              </a:defRPr>
            </a:lvl4pPr>
            <a:lvl5pPr>
              <a:defRPr sz="1050" b="0">
                <a:solidFill>
                  <a:srgbClr val="657187"/>
                </a:solidFill>
              </a:defRPr>
            </a:lvl5pPr>
            <a:lvl6pPr>
              <a:defRPr sz="1050" b="0">
                <a:solidFill>
                  <a:srgbClr val="657187"/>
                </a:solidFill>
              </a:defRPr>
            </a:lvl6pPr>
            <a:lvl7pPr>
              <a:defRPr sz="1050" b="0">
                <a:solidFill>
                  <a:srgbClr val="657187"/>
                </a:solidFill>
              </a:defRPr>
            </a:lvl7pPr>
            <a:lvl8pPr>
              <a:defRPr sz="1050" b="0">
                <a:solidFill>
                  <a:srgbClr val="657187"/>
                </a:solidFill>
              </a:defRPr>
            </a:lvl8pPr>
            <a:lvl9pPr>
              <a:defRPr sz="1050" b="0">
                <a:solidFill>
                  <a:srgbClr val="657187"/>
                </a:solidFill>
              </a:defRPr>
            </a:lvl9pPr>
          </a:lstStyle>
          <a:p xmlns:a="http://schemas.openxmlformats.org/drawingml/2006/main">
            <a:pPr>
              <a:defRPr sz="1050" b="0">
                <a:solidFill>
                  <a:srgbClr val="657187"/>
                </a:solidFill>
              </a:defRPr>
            </a:pPr>
            <a:r>
              <a:rPr sz="1050" b="0">
                <a:solidFill>
                  <a:srgbClr val="657187"/>
                </a:solidFill>
              </a:rPr>
              <a:t>02</a:t>
            </a:r>
          </a:p>
        </p:txBody>
      </p:sp>
      <p:sp>
        <p:nvSpPr>
          <p:cNvPr id="5" name="">
            <a:extLst xmlns:a="http://schemas.openxmlformats.org/drawingml/2006/main">
              <a:ext uri="{FF2B5EF4-FFF2-40B4-BE49-F238E27FC236}">
                <a16:creationId xmlns:a16="http://schemas.microsoft.com/office/drawing/2014/main" id="{AE09F25B-5202-4426-B118-F23302D32156}"/>
              </a:ext>
            </a:extLst>
          </p:cNvPr>
          <p:cNvSpPr>
            <a:spLocks xmlns:a="http://schemas.openxmlformats.org/drawingml/2006/main" noGrp="1"/>
          </p:cNvSpPr>
          <p:nvPr/>
        </p:nvSpPr>
        <p:spPr>
          <a:xfrm xmlns:a="http://schemas.openxmlformats.org/drawingml/2006/main">
            <a:off x="609600" y="1028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4264E"/>
                </a:solidFill>
              </a:defRPr>
            </a:defPPr>
            <a:lvl1pPr>
              <a:defRPr sz="3300" b="1">
                <a:solidFill>
                  <a:srgbClr val="14264E"/>
                </a:solidFill>
              </a:defRPr>
            </a:lvl1pPr>
            <a:lvl2pPr>
              <a:defRPr sz="3300" b="1">
                <a:solidFill>
                  <a:srgbClr val="14264E"/>
                </a:solidFill>
              </a:defRPr>
            </a:lvl2pPr>
            <a:lvl3pPr>
              <a:defRPr sz="3300" b="1">
                <a:solidFill>
                  <a:srgbClr val="14264E"/>
                </a:solidFill>
              </a:defRPr>
            </a:lvl3pPr>
            <a:lvl4pPr>
              <a:defRPr sz="3300" b="1">
                <a:solidFill>
                  <a:srgbClr val="14264E"/>
                </a:solidFill>
              </a:defRPr>
            </a:lvl4pPr>
            <a:lvl5pPr>
              <a:defRPr sz="3300" b="1">
                <a:solidFill>
                  <a:srgbClr val="14264E"/>
                </a:solidFill>
              </a:defRPr>
            </a:lvl5pPr>
            <a:lvl6pPr>
              <a:defRPr sz="3300" b="1">
                <a:solidFill>
                  <a:srgbClr val="14264E"/>
                </a:solidFill>
              </a:defRPr>
            </a:lvl6pPr>
            <a:lvl7pPr>
              <a:defRPr sz="3300" b="1">
                <a:solidFill>
                  <a:srgbClr val="14264E"/>
                </a:solidFill>
              </a:defRPr>
            </a:lvl7pPr>
            <a:lvl8pPr>
              <a:defRPr sz="3300" b="1">
                <a:solidFill>
                  <a:srgbClr val="14264E"/>
                </a:solidFill>
              </a:defRPr>
            </a:lvl8pPr>
            <a:lvl9pPr>
              <a:defRPr sz="3300" b="1">
                <a:solidFill>
                  <a:srgbClr val="14264E"/>
                </a:solidFill>
              </a:defRPr>
            </a:lvl9pPr>
          </a:lstStyle>
          <a:p xmlns:a="http://schemas.openxmlformats.org/drawingml/2006/main">
            <a:pPr>
              <a:defRPr sz="3300" b="1">
                <a:solidFill>
                  <a:srgbClr val="14264E"/>
                </a:solidFill>
              </a:defRPr>
            </a:pPr>
            <a:r>
              <a:rPr sz="3300" b="1">
                <a:solidFill>
                  <a:srgbClr val="14264E"/>
                </a:solidFill>
              </a:rPr>
              <a:t>El problema y el valor</a:t>
            </a:r>
          </a:p>
        </p:txBody>
      </p:sp>
      <p:sp>
        <p:nvSpPr>
          <p:cNvPr id="6" name="">
            <a:extLst xmlns:a="http://schemas.openxmlformats.org/drawingml/2006/main">
              <a:ext uri="{FF2B5EF4-FFF2-40B4-BE49-F238E27FC236}">
                <a16:creationId xmlns:a16="http://schemas.microsoft.com/office/drawing/2014/main" id="{4E1C4350-6C0F-4010-B843-5FC9CD946473}"/>
              </a:ext>
            </a:extLst>
          </p:cNvPr>
          <p:cNvSpPr>
            <a:spLocks xmlns:a="http://schemas.openxmlformats.org/drawingml/2006/main" noGrp="1"/>
          </p:cNvSpPr>
          <p:nvPr/>
        </p:nvSpPr>
        <p:spPr>
          <a:xfrm xmlns:a="http://schemas.openxmlformats.org/drawingml/2006/main">
            <a:off x="609600" y="19240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657187"/>
                </a:solidFill>
              </a:defRPr>
            </a:defPPr>
            <a:lvl1pPr>
              <a:defRPr sz="1725" b="0">
                <a:solidFill>
                  <a:srgbClr val="657187"/>
                </a:solidFill>
              </a:defRPr>
            </a:lvl1pPr>
            <a:lvl2pPr>
              <a:defRPr sz="1725" b="0">
                <a:solidFill>
                  <a:srgbClr val="657187"/>
                </a:solidFill>
              </a:defRPr>
            </a:lvl2pPr>
            <a:lvl3pPr>
              <a:defRPr sz="1725" b="0">
                <a:solidFill>
                  <a:srgbClr val="657187"/>
                </a:solidFill>
              </a:defRPr>
            </a:lvl3pPr>
            <a:lvl4pPr>
              <a:defRPr sz="1725" b="0">
                <a:solidFill>
                  <a:srgbClr val="657187"/>
                </a:solidFill>
              </a:defRPr>
            </a:lvl4pPr>
            <a:lvl5pPr>
              <a:defRPr sz="1725" b="0">
                <a:solidFill>
                  <a:srgbClr val="657187"/>
                </a:solidFill>
              </a:defRPr>
            </a:lvl5pPr>
            <a:lvl6pPr>
              <a:defRPr sz="1725" b="0">
                <a:solidFill>
                  <a:srgbClr val="657187"/>
                </a:solidFill>
              </a:defRPr>
            </a:lvl6pPr>
            <a:lvl7pPr>
              <a:defRPr sz="1725" b="0">
                <a:solidFill>
                  <a:srgbClr val="657187"/>
                </a:solidFill>
              </a:defRPr>
            </a:lvl7pPr>
            <a:lvl8pPr>
              <a:defRPr sz="1725" b="0">
                <a:solidFill>
                  <a:srgbClr val="657187"/>
                </a:solidFill>
              </a:defRPr>
            </a:lvl8pPr>
            <a:lvl9pPr>
              <a:defRPr sz="1725" b="0">
                <a:solidFill>
                  <a:srgbClr val="657187"/>
                </a:solidFill>
              </a:defRPr>
            </a:lvl9pPr>
          </a:lstStyle>
          <a:p xmlns:a="http://schemas.openxmlformats.org/drawingml/2006/main">
            <a:pPr>
              <a:defRPr sz="1725" b="0">
                <a:solidFill>
                  <a:srgbClr val="657187"/>
                </a:solidFill>
              </a:defRPr>
            </a:pPr>
            <a:r>
              <a:rPr sz="1725" b="0">
                <a:solidFill>
                  <a:srgbClr val="657187"/>
                </a:solidFill>
              </a:rPr>
              <a:t>El contribuyente necesita reconocer qué debe y decidir qué pagar primero.</a:t>
            </a:r>
          </a:p>
        </p:txBody>
      </p:sp>
      <p:sp>
        <p:nvSpPr>
          <p:cNvPr id="7" name="">
            <a:extLst xmlns:a="http://schemas.openxmlformats.org/drawingml/2006/main">
              <a:ext uri="{FF2B5EF4-FFF2-40B4-BE49-F238E27FC236}">
                <a16:creationId xmlns:a16="http://schemas.microsoft.com/office/drawing/2014/main" id="{A67F8FE2-33DB-4B75-ADDE-491CB9D162BA}"/>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ADFE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CE951AE-EA5B-4D90-B28C-79A747A32E71}"/>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657187"/>
                </a:solidFill>
              </a:defRPr>
            </a:defPPr>
            <a:lvl1pPr>
              <a:defRPr sz="900" b="0">
                <a:solidFill>
                  <a:srgbClr val="657187"/>
                </a:solidFill>
              </a:defRPr>
            </a:lvl1pPr>
            <a:lvl2pPr>
              <a:defRPr sz="900" b="0">
                <a:solidFill>
                  <a:srgbClr val="657187"/>
                </a:solidFill>
              </a:defRPr>
            </a:lvl2pPr>
            <a:lvl3pPr>
              <a:defRPr sz="900" b="0">
                <a:solidFill>
                  <a:srgbClr val="657187"/>
                </a:solidFill>
              </a:defRPr>
            </a:lvl3pPr>
            <a:lvl4pPr>
              <a:defRPr sz="900" b="0">
                <a:solidFill>
                  <a:srgbClr val="657187"/>
                </a:solidFill>
              </a:defRPr>
            </a:lvl4pPr>
            <a:lvl5pPr>
              <a:defRPr sz="900" b="0">
                <a:solidFill>
                  <a:srgbClr val="657187"/>
                </a:solidFill>
              </a:defRPr>
            </a:lvl5pPr>
            <a:lvl6pPr>
              <a:defRPr sz="900" b="0">
                <a:solidFill>
                  <a:srgbClr val="657187"/>
                </a:solidFill>
              </a:defRPr>
            </a:lvl6pPr>
            <a:lvl7pPr>
              <a:defRPr sz="900" b="0">
                <a:solidFill>
                  <a:srgbClr val="657187"/>
                </a:solidFill>
              </a:defRPr>
            </a:lvl7pPr>
            <a:lvl8pPr>
              <a:defRPr sz="900" b="0">
                <a:solidFill>
                  <a:srgbClr val="657187"/>
                </a:solidFill>
              </a:defRPr>
            </a:lvl8pPr>
            <a:lvl9pPr>
              <a:defRPr sz="900" b="0">
                <a:solidFill>
                  <a:srgbClr val="657187"/>
                </a:solidFill>
              </a:defRPr>
            </a:lvl9pPr>
          </a:lstStyle>
          <a:p xmlns:a="http://schemas.openxmlformats.org/drawingml/2006/main">
            <a:pPr>
              <a:defRPr sz="900" b="0">
                <a:solidFill>
                  <a:srgbClr val="657187"/>
                </a:solidFill>
              </a:defRPr>
            </a:pPr>
            <a:r>
              <a:rPr sz="900" b="0">
                <a:solidFill>
                  <a:srgbClr val="657187"/>
                </a:solidFill>
              </a:rPr>
              <a:t>Prototipo académico · Demostración sin cobros reales</a:t>
            </a:r>
          </a:p>
        </p:txBody>
      </p:sp>
      <p:sp>
        <p:nvSpPr>
          <p:cNvPr id="9" name="">
            <a:extLst xmlns:a="http://schemas.openxmlformats.org/drawingml/2006/main">
              <a:ext uri="{FF2B5EF4-FFF2-40B4-BE49-F238E27FC236}">
                <a16:creationId xmlns:a16="http://schemas.microsoft.com/office/drawing/2014/main" id="{FE1265AD-CDB2-47BC-BE98-960A71EE63E1}"/>
              </a:ext>
            </a:extLst>
          </p:cNvPr>
          <p:cNvSpPr>
            <a:spLocks xmlns:a="http://schemas.openxmlformats.org/drawingml/2006/main" noGrp="1"/>
          </p:cNvSpPr>
          <p:nvPr/>
        </p:nvSpPr>
        <p:spPr>
          <a:xfrm xmlns:a="http://schemas.openxmlformats.org/drawingml/2006/main">
            <a:off x="609600" y="276225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1">
                <a:solidFill>
                  <a:srgbClr val="A17D2B"/>
                </a:solidFill>
              </a:defRPr>
            </a:defPPr>
            <a:lvl1pPr>
              <a:defRPr sz="1500" b="1">
                <a:solidFill>
                  <a:srgbClr val="A17D2B"/>
                </a:solidFill>
              </a:defRPr>
            </a:lvl1pPr>
            <a:lvl2pPr>
              <a:defRPr sz="1500" b="1">
                <a:solidFill>
                  <a:srgbClr val="A17D2B"/>
                </a:solidFill>
              </a:defRPr>
            </a:lvl2pPr>
            <a:lvl3pPr>
              <a:defRPr sz="1500" b="1">
                <a:solidFill>
                  <a:srgbClr val="A17D2B"/>
                </a:solidFill>
              </a:defRPr>
            </a:lvl3pPr>
            <a:lvl4pPr>
              <a:defRPr sz="1500" b="1">
                <a:solidFill>
                  <a:srgbClr val="A17D2B"/>
                </a:solidFill>
              </a:defRPr>
            </a:lvl4pPr>
            <a:lvl5pPr>
              <a:defRPr sz="1500" b="1">
                <a:solidFill>
                  <a:srgbClr val="A17D2B"/>
                </a:solidFill>
              </a:defRPr>
            </a:lvl5pPr>
            <a:lvl6pPr>
              <a:defRPr sz="1500" b="1">
                <a:solidFill>
                  <a:srgbClr val="A17D2B"/>
                </a:solidFill>
              </a:defRPr>
            </a:lvl6pPr>
            <a:lvl7pPr>
              <a:defRPr sz="1500" b="1">
                <a:solidFill>
                  <a:srgbClr val="A17D2B"/>
                </a:solidFill>
              </a:defRPr>
            </a:lvl7pPr>
            <a:lvl8pPr>
              <a:defRPr sz="1500" b="1">
                <a:solidFill>
                  <a:srgbClr val="A17D2B"/>
                </a:solidFill>
              </a:defRPr>
            </a:lvl8pPr>
            <a:lvl9pPr>
              <a:defRPr sz="1500" b="1">
                <a:solidFill>
                  <a:srgbClr val="A17D2B"/>
                </a:solidFill>
              </a:defRPr>
            </a:lvl9pPr>
          </a:lstStyle>
          <a:p xmlns:a="http://schemas.openxmlformats.org/drawingml/2006/main">
            <a:pPr>
              <a:defRPr sz="1500" b="1">
                <a:solidFill>
                  <a:srgbClr val="A17D2B"/>
                </a:solidFill>
              </a:defRPr>
            </a:pPr>
            <a:r>
              <a:rPr sz="1500" b="1">
                <a:solidFill>
                  <a:srgbClr val="A17D2B"/>
                </a:solidFill>
              </a:rPr>
              <a:t>01</a:t>
            </a:r>
          </a:p>
        </p:txBody>
      </p:sp>
      <p:sp>
        <p:nvSpPr>
          <p:cNvPr id="10" name="">
            <a:extLst xmlns:a="http://schemas.openxmlformats.org/drawingml/2006/main">
              <a:ext uri="{FF2B5EF4-FFF2-40B4-BE49-F238E27FC236}">
                <a16:creationId xmlns:a16="http://schemas.microsoft.com/office/drawing/2014/main" id="{04A8105C-75A9-48C8-B538-5A1BC4F3772A}"/>
              </a:ext>
            </a:extLst>
          </p:cNvPr>
          <p:cNvSpPr>
            <a:spLocks xmlns:a="http://schemas.openxmlformats.org/drawingml/2006/main" noGrp="1"/>
          </p:cNvSpPr>
          <p:nvPr/>
        </p:nvSpPr>
        <p:spPr>
          <a:xfrm xmlns:a="http://schemas.openxmlformats.org/drawingml/2006/main">
            <a:off x="1238250" y="27622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1">
                <a:solidFill>
                  <a:srgbClr val="14264E"/>
                </a:solidFill>
              </a:defRPr>
            </a:defPPr>
            <a:lvl1pPr>
              <a:defRPr sz="2025" b="1">
                <a:solidFill>
                  <a:srgbClr val="14264E"/>
                </a:solidFill>
              </a:defRPr>
            </a:lvl1pPr>
            <a:lvl2pPr>
              <a:defRPr sz="2025" b="1">
                <a:solidFill>
                  <a:srgbClr val="14264E"/>
                </a:solidFill>
              </a:defRPr>
            </a:lvl2pPr>
            <a:lvl3pPr>
              <a:defRPr sz="2025" b="1">
                <a:solidFill>
                  <a:srgbClr val="14264E"/>
                </a:solidFill>
              </a:defRPr>
            </a:lvl3pPr>
            <a:lvl4pPr>
              <a:defRPr sz="2025" b="1">
                <a:solidFill>
                  <a:srgbClr val="14264E"/>
                </a:solidFill>
              </a:defRPr>
            </a:lvl4pPr>
            <a:lvl5pPr>
              <a:defRPr sz="2025" b="1">
                <a:solidFill>
                  <a:srgbClr val="14264E"/>
                </a:solidFill>
              </a:defRPr>
            </a:lvl5pPr>
            <a:lvl6pPr>
              <a:defRPr sz="2025" b="1">
                <a:solidFill>
                  <a:srgbClr val="14264E"/>
                </a:solidFill>
              </a:defRPr>
            </a:lvl6pPr>
            <a:lvl7pPr>
              <a:defRPr sz="2025" b="1">
                <a:solidFill>
                  <a:srgbClr val="14264E"/>
                </a:solidFill>
              </a:defRPr>
            </a:lvl7pPr>
            <a:lvl8pPr>
              <a:defRPr sz="2025" b="1">
                <a:solidFill>
                  <a:srgbClr val="14264E"/>
                </a:solidFill>
              </a:defRPr>
            </a:lvl8pPr>
            <a:lvl9pPr>
              <a:defRPr sz="2025" b="1">
                <a:solidFill>
                  <a:srgbClr val="14264E"/>
                </a:solidFill>
              </a:defRPr>
            </a:lvl9pPr>
          </a:lstStyle>
          <a:p xmlns:a="http://schemas.openxmlformats.org/drawingml/2006/main">
            <a:pPr>
              <a:defRPr sz="2025" b="1">
                <a:solidFill>
                  <a:srgbClr val="14264E"/>
                </a:solidFill>
              </a:defRPr>
            </a:pPr>
            <a:r>
              <a:rPr sz="2025" b="1">
                <a:solidFill>
                  <a:srgbClr val="14264E"/>
                </a:solidFill>
              </a:rPr>
              <a:t>Dolor supuesto</a:t>
            </a:r>
          </a:p>
        </p:txBody>
      </p:sp>
      <p:sp>
        <p:nvSpPr>
          <p:cNvPr id="11" name="">
            <a:extLst xmlns:a="http://schemas.openxmlformats.org/drawingml/2006/main">
              <a:ext uri="{FF2B5EF4-FFF2-40B4-BE49-F238E27FC236}">
                <a16:creationId xmlns:a16="http://schemas.microsoft.com/office/drawing/2014/main" id="{9AADCEAF-181A-44E6-9649-67A60E8A3E50}"/>
              </a:ext>
            </a:extLst>
          </p:cNvPr>
          <p:cNvSpPr>
            <a:spLocks xmlns:a="http://schemas.openxmlformats.org/drawingml/2006/main" noGrp="1"/>
          </p:cNvSpPr>
          <p:nvPr/>
        </p:nvSpPr>
        <p:spPr>
          <a:xfrm xmlns:a="http://schemas.openxmlformats.org/drawingml/2006/main">
            <a:off x="1238250" y="3190875"/>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0">
                <a:solidFill>
                  <a:srgbClr val="657187"/>
                </a:solidFill>
              </a:defRPr>
            </a:defPPr>
            <a:lvl1pPr>
              <a:defRPr sz="1650" b="0">
                <a:solidFill>
                  <a:srgbClr val="657187"/>
                </a:solidFill>
              </a:defRPr>
            </a:lvl1pPr>
            <a:lvl2pPr>
              <a:defRPr sz="1650" b="0">
                <a:solidFill>
                  <a:srgbClr val="657187"/>
                </a:solidFill>
              </a:defRPr>
            </a:lvl2pPr>
            <a:lvl3pPr>
              <a:defRPr sz="1650" b="0">
                <a:solidFill>
                  <a:srgbClr val="657187"/>
                </a:solidFill>
              </a:defRPr>
            </a:lvl3pPr>
            <a:lvl4pPr>
              <a:defRPr sz="1650" b="0">
                <a:solidFill>
                  <a:srgbClr val="657187"/>
                </a:solidFill>
              </a:defRPr>
            </a:lvl4pPr>
            <a:lvl5pPr>
              <a:defRPr sz="1650" b="0">
                <a:solidFill>
                  <a:srgbClr val="657187"/>
                </a:solidFill>
              </a:defRPr>
            </a:lvl5pPr>
            <a:lvl6pPr>
              <a:defRPr sz="1650" b="0">
                <a:solidFill>
                  <a:srgbClr val="657187"/>
                </a:solidFill>
              </a:defRPr>
            </a:lvl6pPr>
            <a:lvl7pPr>
              <a:defRPr sz="1650" b="0">
                <a:solidFill>
                  <a:srgbClr val="657187"/>
                </a:solidFill>
              </a:defRPr>
            </a:lvl7pPr>
            <a:lvl8pPr>
              <a:defRPr sz="1650" b="0">
                <a:solidFill>
                  <a:srgbClr val="657187"/>
                </a:solidFill>
              </a:defRPr>
            </a:lvl8pPr>
            <a:lvl9pPr>
              <a:defRPr sz="1650" b="0">
                <a:solidFill>
                  <a:srgbClr val="657187"/>
                </a:solidFill>
              </a:defRPr>
            </a:lvl9pPr>
          </a:lstStyle>
          <a:p xmlns:a="http://schemas.openxmlformats.org/drawingml/2006/main">
            <a:pPr>
              <a:defRPr sz="1650" b="0">
                <a:solidFill>
                  <a:srgbClr val="657187"/>
                </a:solidFill>
              </a:defRPr>
            </a:pPr>
            <a:r>
              <a:rPr sz="1650" b="0">
                <a:solidFill>
                  <a:srgbClr val="657187"/>
                </a:solidFill>
              </a:rPr>
              <a:t>No distingue qué está vencido, olvida periodos y duda del importe final.</a:t>
            </a:r>
          </a:p>
        </p:txBody>
      </p:sp>
      <p:sp>
        <p:nvSpPr>
          <p:cNvPr id="12" name="">
            <a:extLst xmlns:a="http://schemas.openxmlformats.org/drawingml/2006/main">
              <a:ext uri="{FF2B5EF4-FFF2-40B4-BE49-F238E27FC236}">
                <a16:creationId xmlns:a16="http://schemas.microsoft.com/office/drawing/2014/main" id="{E75CE36D-4E10-4DE7-910D-0AC50F3786AB}"/>
              </a:ext>
            </a:extLst>
          </p:cNvPr>
          <p:cNvSpPr>
            <a:spLocks xmlns:a="http://schemas.openxmlformats.org/drawingml/2006/main" noGrp="1"/>
          </p:cNvSpPr>
          <p:nvPr/>
        </p:nvSpPr>
        <p:spPr>
          <a:xfrm xmlns:a="http://schemas.openxmlformats.org/drawingml/2006/main">
            <a:off x="609600" y="38957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1">
                <a:solidFill>
                  <a:srgbClr val="A17D2B"/>
                </a:solidFill>
              </a:defRPr>
            </a:defPPr>
            <a:lvl1pPr>
              <a:defRPr sz="1500" b="1">
                <a:solidFill>
                  <a:srgbClr val="A17D2B"/>
                </a:solidFill>
              </a:defRPr>
            </a:lvl1pPr>
            <a:lvl2pPr>
              <a:defRPr sz="1500" b="1">
                <a:solidFill>
                  <a:srgbClr val="A17D2B"/>
                </a:solidFill>
              </a:defRPr>
            </a:lvl2pPr>
            <a:lvl3pPr>
              <a:defRPr sz="1500" b="1">
                <a:solidFill>
                  <a:srgbClr val="A17D2B"/>
                </a:solidFill>
              </a:defRPr>
            </a:lvl3pPr>
            <a:lvl4pPr>
              <a:defRPr sz="1500" b="1">
                <a:solidFill>
                  <a:srgbClr val="A17D2B"/>
                </a:solidFill>
              </a:defRPr>
            </a:lvl4pPr>
            <a:lvl5pPr>
              <a:defRPr sz="1500" b="1">
                <a:solidFill>
                  <a:srgbClr val="A17D2B"/>
                </a:solidFill>
              </a:defRPr>
            </a:lvl5pPr>
            <a:lvl6pPr>
              <a:defRPr sz="1500" b="1">
                <a:solidFill>
                  <a:srgbClr val="A17D2B"/>
                </a:solidFill>
              </a:defRPr>
            </a:lvl6pPr>
            <a:lvl7pPr>
              <a:defRPr sz="1500" b="1">
                <a:solidFill>
                  <a:srgbClr val="A17D2B"/>
                </a:solidFill>
              </a:defRPr>
            </a:lvl7pPr>
            <a:lvl8pPr>
              <a:defRPr sz="1500" b="1">
                <a:solidFill>
                  <a:srgbClr val="A17D2B"/>
                </a:solidFill>
              </a:defRPr>
            </a:lvl8pPr>
            <a:lvl9pPr>
              <a:defRPr sz="1500" b="1">
                <a:solidFill>
                  <a:srgbClr val="A17D2B"/>
                </a:solidFill>
              </a:defRPr>
            </a:lvl9pPr>
          </a:lstStyle>
          <a:p xmlns:a="http://schemas.openxmlformats.org/drawingml/2006/main">
            <a:pPr>
              <a:defRPr sz="1500" b="1">
                <a:solidFill>
                  <a:srgbClr val="A17D2B"/>
                </a:solidFill>
              </a:defRPr>
            </a:pPr>
            <a:r>
              <a:rPr sz="1500" b="1">
                <a:solidFill>
                  <a:srgbClr val="A17D2B"/>
                </a:solidFill>
              </a:rPr>
              <a:t>02</a:t>
            </a:r>
          </a:p>
        </p:txBody>
      </p:sp>
      <p:sp>
        <p:nvSpPr>
          <p:cNvPr id="13" name="">
            <a:extLst xmlns:a="http://schemas.openxmlformats.org/drawingml/2006/main">
              <a:ext uri="{FF2B5EF4-FFF2-40B4-BE49-F238E27FC236}">
                <a16:creationId xmlns:a16="http://schemas.microsoft.com/office/drawing/2014/main" id="{ACA44D3F-4C0C-4AC6-8EDB-8F0C57A17BF7}"/>
              </a:ext>
            </a:extLst>
          </p:cNvPr>
          <p:cNvSpPr>
            <a:spLocks xmlns:a="http://schemas.openxmlformats.org/drawingml/2006/main" noGrp="1"/>
          </p:cNvSpPr>
          <p:nvPr/>
        </p:nvSpPr>
        <p:spPr>
          <a:xfrm xmlns:a="http://schemas.openxmlformats.org/drawingml/2006/main">
            <a:off x="1238250" y="38957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1">
                <a:solidFill>
                  <a:srgbClr val="14264E"/>
                </a:solidFill>
              </a:defRPr>
            </a:defPPr>
            <a:lvl1pPr>
              <a:defRPr sz="2025" b="1">
                <a:solidFill>
                  <a:srgbClr val="14264E"/>
                </a:solidFill>
              </a:defRPr>
            </a:lvl1pPr>
            <a:lvl2pPr>
              <a:defRPr sz="2025" b="1">
                <a:solidFill>
                  <a:srgbClr val="14264E"/>
                </a:solidFill>
              </a:defRPr>
            </a:lvl2pPr>
            <a:lvl3pPr>
              <a:defRPr sz="2025" b="1">
                <a:solidFill>
                  <a:srgbClr val="14264E"/>
                </a:solidFill>
              </a:defRPr>
            </a:lvl3pPr>
            <a:lvl4pPr>
              <a:defRPr sz="2025" b="1">
                <a:solidFill>
                  <a:srgbClr val="14264E"/>
                </a:solidFill>
              </a:defRPr>
            </a:lvl4pPr>
            <a:lvl5pPr>
              <a:defRPr sz="2025" b="1">
                <a:solidFill>
                  <a:srgbClr val="14264E"/>
                </a:solidFill>
              </a:defRPr>
            </a:lvl5pPr>
            <a:lvl6pPr>
              <a:defRPr sz="2025" b="1">
                <a:solidFill>
                  <a:srgbClr val="14264E"/>
                </a:solidFill>
              </a:defRPr>
            </a:lvl6pPr>
            <a:lvl7pPr>
              <a:defRPr sz="2025" b="1">
                <a:solidFill>
                  <a:srgbClr val="14264E"/>
                </a:solidFill>
              </a:defRPr>
            </a:lvl7pPr>
            <a:lvl8pPr>
              <a:defRPr sz="2025" b="1">
                <a:solidFill>
                  <a:srgbClr val="14264E"/>
                </a:solidFill>
              </a:defRPr>
            </a:lvl8pPr>
            <a:lvl9pPr>
              <a:defRPr sz="2025" b="1">
                <a:solidFill>
                  <a:srgbClr val="14264E"/>
                </a:solidFill>
              </a:defRPr>
            </a:lvl9pPr>
          </a:lstStyle>
          <a:p xmlns:a="http://schemas.openxmlformats.org/drawingml/2006/main">
            <a:pPr>
              <a:defRPr sz="2025" b="1">
                <a:solidFill>
                  <a:srgbClr val="14264E"/>
                </a:solidFill>
              </a:defRPr>
            </a:pPr>
            <a:r>
              <a:rPr sz="2025" b="1">
                <a:solidFill>
                  <a:srgbClr val="14264E"/>
                </a:solidFill>
              </a:rPr>
              <a:t>Necesidad</a:t>
            </a:r>
          </a:p>
        </p:txBody>
      </p:sp>
      <p:sp>
        <p:nvSpPr>
          <p:cNvPr id="14" name="">
            <a:extLst xmlns:a="http://schemas.openxmlformats.org/drawingml/2006/main">
              <a:ext uri="{FF2B5EF4-FFF2-40B4-BE49-F238E27FC236}">
                <a16:creationId xmlns:a16="http://schemas.microsoft.com/office/drawing/2014/main" id="{41A58272-598F-4EC9-97A6-9FFE7E89017A}"/>
              </a:ext>
            </a:extLst>
          </p:cNvPr>
          <p:cNvSpPr>
            <a:spLocks xmlns:a="http://schemas.openxmlformats.org/drawingml/2006/main" noGrp="1"/>
          </p:cNvSpPr>
          <p:nvPr/>
        </p:nvSpPr>
        <p:spPr>
          <a:xfrm xmlns:a="http://schemas.openxmlformats.org/drawingml/2006/main">
            <a:off x="1238250" y="4324350"/>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0">
                <a:solidFill>
                  <a:srgbClr val="657187"/>
                </a:solidFill>
              </a:defRPr>
            </a:defPPr>
            <a:lvl1pPr>
              <a:defRPr sz="1650" b="0">
                <a:solidFill>
                  <a:srgbClr val="657187"/>
                </a:solidFill>
              </a:defRPr>
            </a:lvl1pPr>
            <a:lvl2pPr>
              <a:defRPr sz="1650" b="0">
                <a:solidFill>
                  <a:srgbClr val="657187"/>
                </a:solidFill>
              </a:defRPr>
            </a:lvl2pPr>
            <a:lvl3pPr>
              <a:defRPr sz="1650" b="0">
                <a:solidFill>
                  <a:srgbClr val="657187"/>
                </a:solidFill>
              </a:defRPr>
            </a:lvl3pPr>
            <a:lvl4pPr>
              <a:defRPr sz="1650" b="0">
                <a:solidFill>
                  <a:srgbClr val="657187"/>
                </a:solidFill>
              </a:defRPr>
            </a:lvl4pPr>
            <a:lvl5pPr>
              <a:defRPr sz="1650" b="0">
                <a:solidFill>
                  <a:srgbClr val="657187"/>
                </a:solidFill>
              </a:defRPr>
            </a:lvl5pPr>
            <a:lvl6pPr>
              <a:defRPr sz="1650" b="0">
                <a:solidFill>
                  <a:srgbClr val="657187"/>
                </a:solidFill>
              </a:defRPr>
            </a:lvl6pPr>
            <a:lvl7pPr>
              <a:defRPr sz="1650" b="0">
                <a:solidFill>
                  <a:srgbClr val="657187"/>
                </a:solidFill>
              </a:defRPr>
            </a:lvl7pPr>
            <a:lvl8pPr>
              <a:defRPr sz="1650" b="0">
                <a:solidFill>
                  <a:srgbClr val="657187"/>
                </a:solidFill>
              </a:defRPr>
            </a:lvl8pPr>
            <a:lvl9pPr>
              <a:defRPr sz="1650" b="0">
                <a:solidFill>
                  <a:srgbClr val="657187"/>
                </a:solidFill>
              </a:defRPr>
            </a:lvl9pPr>
          </a:lstStyle>
          <a:p xmlns:a="http://schemas.openxmlformats.org/drawingml/2006/main">
            <a:pPr>
              <a:defRPr sz="1650" b="0">
                <a:solidFill>
                  <a:srgbClr val="657187"/>
                </a:solidFill>
              </a:defRPr>
            </a:pPr>
            <a:r>
              <a:rPr sz="1650" b="0">
                <a:solidFill>
                  <a:srgbClr val="657187"/>
                </a:solidFill>
              </a:rPr>
              <a:t>Ver obligaciones, fechas y montos; conservar el control al elegir qué pagar.</a:t>
            </a:r>
          </a:p>
        </p:txBody>
      </p:sp>
      <p:sp>
        <p:nvSpPr>
          <p:cNvPr id="15" name="">
            <a:extLst xmlns:a="http://schemas.openxmlformats.org/drawingml/2006/main">
              <a:ext uri="{FF2B5EF4-FFF2-40B4-BE49-F238E27FC236}">
                <a16:creationId xmlns:a16="http://schemas.microsoft.com/office/drawing/2014/main" id="{2BDC82A6-8080-4166-9C20-D7B165919613}"/>
              </a:ext>
            </a:extLst>
          </p:cNvPr>
          <p:cNvSpPr>
            <a:spLocks xmlns:a="http://schemas.openxmlformats.org/drawingml/2006/main" noGrp="1"/>
          </p:cNvSpPr>
          <p:nvPr/>
        </p:nvSpPr>
        <p:spPr>
          <a:xfrm xmlns:a="http://schemas.openxmlformats.org/drawingml/2006/main">
            <a:off x="609600" y="502920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1">
                <a:solidFill>
                  <a:srgbClr val="A17D2B"/>
                </a:solidFill>
              </a:defRPr>
            </a:defPPr>
            <a:lvl1pPr>
              <a:defRPr sz="1500" b="1">
                <a:solidFill>
                  <a:srgbClr val="A17D2B"/>
                </a:solidFill>
              </a:defRPr>
            </a:lvl1pPr>
            <a:lvl2pPr>
              <a:defRPr sz="1500" b="1">
                <a:solidFill>
                  <a:srgbClr val="A17D2B"/>
                </a:solidFill>
              </a:defRPr>
            </a:lvl2pPr>
            <a:lvl3pPr>
              <a:defRPr sz="1500" b="1">
                <a:solidFill>
                  <a:srgbClr val="A17D2B"/>
                </a:solidFill>
              </a:defRPr>
            </a:lvl3pPr>
            <a:lvl4pPr>
              <a:defRPr sz="1500" b="1">
                <a:solidFill>
                  <a:srgbClr val="A17D2B"/>
                </a:solidFill>
              </a:defRPr>
            </a:lvl4pPr>
            <a:lvl5pPr>
              <a:defRPr sz="1500" b="1">
                <a:solidFill>
                  <a:srgbClr val="A17D2B"/>
                </a:solidFill>
              </a:defRPr>
            </a:lvl5pPr>
            <a:lvl6pPr>
              <a:defRPr sz="1500" b="1">
                <a:solidFill>
                  <a:srgbClr val="A17D2B"/>
                </a:solidFill>
              </a:defRPr>
            </a:lvl6pPr>
            <a:lvl7pPr>
              <a:defRPr sz="1500" b="1">
                <a:solidFill>
                  <a:srgbClr val="A17D2B"/>
                </a:solidFill>
              </a:defRPr>
            </a:lvl7pPr>
            <a:lvl8pPr>
              <a:defRPr sz="1500" b="1">
                <a:solidFill>
                  <a:srgbClr val="A17D2B"/>
                </a:solidFill>
              </a:defRPr>
            </a:lvl8pPr>
            <a:lvl9pPr>
              <a:defRPr sz="1500" b="1">
                <a:solidFill>
                  <a:srgbClr val="A17D2B"/>
                </a:solidFill>
              </a:defRPr>
            </a:lvl9pPr>
          </a:lstStyle>
          <a:p xmlns:a="http://schemas.openxmlformats.org/drawingml/2006/main">
            <a:pPr>
              <a:defRPr sz="1500" b="1">
                <a:solidFill>
                  <a:srgbClr val="A17D2B"/>
                </a:solidFill>
              </a:defRPr>
            </a:pPr>
            <a:r>
              <a:rPr sz="1500" b="1">
                <a:solidFill>
                  <a:srgbClr val="A17D2B"/>
                </a:solidFill>
              </a:rPr>
              <a:t>03</a:t>
            </a:r>
          </a:p>
        </p:txBody>
      </p:sp>
      <p:sp>
        <p:nvSpPr>
          <p:cNvPr id="16" name="">
            <a:extLst xmlns:a="http://schemas.openxmlformats.org/drawingml/2006/main">
              <a:ext uri="{FF2B5EF4-FFF2-40B4-BE49-F238E27FC236}">
                <a16:creationId xmlns:a16="http://schemas.microsoft.com/office/drawing/2014/main" id="{E75B9C90-B950-42BC-AE7B-96F92C8BAC0B}"/>
              </a:ext>
            </a:extLst>
          </p:cNvPr>
          <p:cNvSpPr>
            <a:spLocks xmlns:a="http://schemas.openxmlformats.org/drawingml/2006/main" noGrp="1"/>
          </p:cNvSpPr>
          <p:nvPr/>
        </p:nvSpPr>
        <p:spPr>
          <a:xfrm xmlns:a="http://schemas.openxmlformats.org/drawingml/2006/main">
            <a:off x="1238250" y="50292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1">
                <a:solidFill>
                  <a:srgbClr val="14264E"/>
                </a:solidFill>
              </a:defRPr>
            </a:defPPr>
            <a:lvl1pPr>
              <a:defRPr sz="2025" b="1">
                <a:solidFill>
                  <a:srgbClr val="14264E"/>
                </a:solidFill>
              </a:defRPr>
            </a:lvl1pPr>
            <a:lvl2pPr>
              <a:defRPr sz="2025" b="1">
                <a:solidFill>
                  <a:srgbClr val="14264E"/>
                </a:solidFill>
              </a:defRPr>
            </a:lvl2pPr>
            <a:lvl3pPr>
              <a:defRPr sz="2025" b="1">
                <a:solidFill>
                  <a:srgbClr val="14264E"/>
                </a:solidFill>
              </a:defRPr>
            </a:lvl3pPr>
            <a:lvl4pPr>
              <a:defRPr sz="2025" b="1">
                <a:solidFill>
                  <a:srgbClr val="14264E"/>
                </a:solidFill>
              </a:defRPr>
            </a:lvl4pPr>
            <a:lvl5pPr>
              <a:defRPr sz="2025" b="1">
                <a:solidFill>
                  <a:srgbClr val="14264E"/>
                </a:solidFill>
              </a:defRPr>
            </a:lvl5pPr>
            <a:lvl6pPr>
              <a:defRPr sz="2025" b="1">
                <a:solidFill>
                  <a:srgbClr val="14264E"/>
                </a:solidFill>
              </a:defRPr>
            </a:lvl6pPr>
            <a:lvl7pPr>
              <a:defRPr sz="2025" b="1">
                <a:solidFill>
                  <a:srgbClr val="14264E"/>
                </a:solidFill>
              </a:defRPr>
            </a:lvl7pPr>
            <a:lvl8pPr>
              <a:defRPr sz="2025" b="1">
                <a:solidFill>
                  <a:srgbClr val="14264E"/>
                </a:solidFill>
              </a:defRPr>
            </a:lvl8pPr>
            <a:lvl9pPr>
              <a:defRPr sz="2025" b="1">
                <a:solidFill>
                  <a:srgbClr val="14264E"/>
                </a:solidFill>
              </a:defRPr>
            </a:lvl9pPr>
          </a:lstStyle>
          <a:p xmlns:a="http://schemas.openxmlformats.org/drawingml/2006/main">
            <a:pPr>
              <a:defRPr sz="2025" b="1">
                <a:solidFill>
                  <a:srgbClr val="14264E"/>
                </a:solidFill>
              </a:defRPr>
            </a:pPr>
            <a:r>
              <a:rPr sz="2025" b="1">
                <a:solidFill>
                  <a:srgbClr val="14264E"/>
                </a:solidFill>
              </a:rPr>
              <a:t>Valor que buscamos</a:t>
            </a:r>
          </a:p>
        </p:txBody>
      </p:sp>
      <p:sp>
        <p:nvSpPr>
          <p:cNvPr id="17" name="">
            <a:extLst xmlns:a="http://schemas.openxmlformats.org/drawingml/2006/main">
              <a:ext uri="{FF2B5EF4-FFF2-40B4-BE49-F238E27FC236}">
                <a16:creationId xmlns:a16="http://schemas.microsoft.com/office/drawing/2014/main" id="{06560FC9-F059-4E76-9640-C1E05F4FF8EA}"/>
              </a:ext>
            </a:extLst>
          </p:cNvPr>
          <p:cNvSpPr>
            <a:spLocks xmlns:a="http://schemas.openxmlformats.org/drawingml/2006/main" noGrp="1"/>
          </p:cNvSpPr>
          <p:nvPr/>
        </p:nvSpPr>
        <p:spPr>
          <a:xfrm xmlns:a="http://schemas.openxmlformats.org/drawingml/2006/main">
            <a:off x="1238250" y="5457825"/>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0">
                <a:solidFill>
                  <a:srgbClr val="657187"/>
                </a:solidFill>
              </a:defRPr>
            </a:defPPr>
            <a:lvl1pPr>
              <a:defRPr sz="1650" b="0">
                <a:solidFill>
                  <a:srgbClr val="657187"/>
                </a:solidFill>
              </a:defRPr>
            </a:lvl1pPr>
            <a:lvl2pPr>
              <a:defRPr sz="1650" b="0">
                <a:solidFill>
                  <a:srgbClr val="657187"/>
                </a:solidFill>
              </a:defRPr>
            </a:lvl2pPr>
            <a:lvl3pPr>
              <a:defRPr sz="1650" b="0">
                <a:solidFill>
                  <a:srgbClr val="657187"/>
                </a:solidFill>
              </a:defRPr>
            </a:lvl3pPr>
            <a:lvl4pPr>
              <a:defRPr sz="1650" b="0">
                <a:solidFill>
                  <a:srgbClr val="657187"/>
                </a:solidFill>
              </a:defRPr>
            </a:lvl4pPr>
            <a:lvl5pPr>
              <a:defRPr sz="1650" b="0">
                <a:solidFill>
                  <a:srgbClr val="657187"/>
                </a:solidFill>
              </a:defRPr>
            </a:lvl5pPr>
            <a:lvl6pPr>
              <a:defRPr sz="1650" b="0">
                <a:solidFill>
                  <a:srgbClr val="657187"/>
                </a:solidFill>
              </a:defRPr>
            </a:lvl6pPr>
            <a:lvl7pPr>
              <a:defRPr sz="1650" b="0">
                <a:solidFill>
                  <a:srgbClr val="657187"/>
                </a:solidFill>
              </a:defRPr>
            </a:lvl7pPr>
            <a:lvl8pPr>
              <a:defRPr sz="1650" b="0">
                <a:solidFill>
                  <a:srgbClr val="657187"/>
                </a:solidFill>
              </a:defRPr>
            </a:lvl8pPr>
            <a:lvl9pPr>
              <a:defRPr sz="1650" b="0">
                <a:solidFill>
                  <a:srgbClr val="657187"/>
                </a:solidFill>
              </a:defRPr>
            </a:lvl9pPr>
          </a:lstStyle>
          <a:p xmlns:a="http://schemas.openxmlformats.org/drawingml/2006/main">
            <a:pPr>
              <a:defRPr sz="1650" b="0">
                <a:solidFill>
                  <a:srgbClr val="657187"/>
                </a:solidFill>
              </a:defRPr>
            </a:pPr>
            <a:r>
              <a:rPr sz="1650" b="0">
                <a:solidFill>
                  <a:srgbClr val="657187"/>
                </a:solidFill>
              </a:rPr>
              <a:t>Ahorrar tiempo, simplificar la decisión y reducir incertidumbre.</a:t>
            </a:r>
          </a:p>
        </p:txBody>
      </p:sp>
    </p:spTree>
    <p:extLst>
      <p:ext uri="{BB962C8B-B14F-4D97-AF65-F5344CB8AC3E}">
        <p14:creationId xmlns:p14="http://schemas.microsoft.com/office/powerpoint/2010/main" val="1312638230"/>
      </p:ext>
    </p:extLst>
  </p:cSld>
</p:sld>
</file>

<file path=ppt/slides/slide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125CAE8-6546-4C50-876F-D5A4ADB041BA}"/>
              </a:ext>
            </a:extLst>
          </p:cNvPr>
          <p:cNvSpPr>
            <a:spLocks xmlns:a="http://schemas.openxmlformats.org/drawingml/2006/main" noGrp="1"/>
          </p:cNvSpPr>
          <p:nvPr/>
        </p:nvSpPr>
        <p:spPr>
          <a:xfrm xmlns:a="http://schemas.openxmlformats.org/drawingml/2006/main">
            <a:off x="609600" y="533400"/>
            <a:ext cx="419100" cy="38100"/>
          </a:xfrm>
          <a:prstGeom xmlns:a="http://schemas.openxmlformats.org/drawingml/2006/main" prst="rect">
            <a:avLst/>
          </a:prstGeom>
          <a:solidFill xmlns:a="http://schemas.openxmlformats.org/drawingml/2006/main">
            <a:srgbClr val="A17D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404F177-2645-4630-B5FE-D1344DBC9BF4}"/>
              </a:ext>
            </a:extLst>
          </p:cNvPr>
          <p:cNvSpPr>
            <a:spLocks xmlns:a="http://schemas.openxmlformats.org/drawingml/2006/main" noGrp="1"/>
          </p:cNvSpPr>
          <p:nvPr/>
        </p:nvSpPr>
        <p:spPr>
          <a:xfrm xmlns:a="http://schemas.openxmlformats.org/drawingml/2006/main">
            <a:off x="1181100" y="3810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1">
                <a:solidFill>
                  <a:srgbClr val="A17D2B"/>
                </a:solidFill>
              </a:defRPr>
            </a:defPPr>
            <a:lvl1pPr>
              <a:defRPr sz="975" b="1">
                <a:solidFill>
                  <a:srgbClr val="A17D2B"/>
                </a:solidFill>
              </a:defRPr>
            </a:lvl1pPr>
            <a:lvl2pPr>
              <a:defRPr sz="975" b="1">
                <a:solidFill>
                  <a:srgbClr val="A17D2B"/>
                </a:solidFill>
              </a:defRPr>
            </a:lvl2pPr>
            <a:lvl3pPr>
              <a:defRPr sz="975" b="1">
                <a:solidFill>
                  <a:srgbClr val="A17D2B"/>
                </a:solidFill>
              </a:defRPr>
            </a:lvl3pPr>
            <a:lvl4pPr>
              <a:defRPr sz="975" b="1">
                <a:solidFill>
                  <a:srgbClr val="A17D2B"/>
                </a:solidFill>
              </a:defRPr>
            </a:lvl4pPr>
            <a:lvl5pPr>
              <a:defRPr sz="975" b="1">
                <a:solidFill>
                  <a:srgbClr val="A17D2B"/>
                </a:solidFill>
              </a:defRPr>
            </a:lvl5pPr>
            <a:lvl6pPr>
              <a:defRPr sz="975" b="1">
                <a:solidFill>
                  <a:srgbClr val="A17D2B"/>
                </a:solidFill>
              </a:defRPr>
            </a:lvl6pPr>
            <a:lvl7pPr>
              <a:defRPr sz="975" b="1">
                <a:solidFill>
                  <a:srgbClr val="A17D2B"/>
                </a:solidFill>
              </a:defRPr>
            </a:lvl7pPr>
            <a:lvl8pPr>
              <a:defRPr sz="975" b="1">
                <a:solidFill>
                  <a:srgbClr val="A17D2B"/>
                </a:solidFill>
              </a:defRPr>
            </a:lvl8pPr>
            <a:lvl9pPr>
              <a:defRPr sz="975" b="1">
                <a:solidFill>
                  <a:srgbClr val="A17D2B"/>
                </a:solidFill>
              </a:defRPr>
            </a:lvl9pPr>
          </a:lstStyle>
          <a:p xmlns:a="http://schemas.openxmlformats.org/drawingml/2006/main">
            <a:pPr>
              <a:defRPr sz="975" b="1">
                <a:solidFill>
                  <a:srgbClr val="A17D2B"/>
                </a:solidFill>
              </a:defRPr>
            </a:pPr>
            <a:r>
              <a:rPr sz="975" b="1">
                <a:solidFill>
                  <a:srgbClr val="A17D2B"/>
                </a:solidFill>
              </a:rPr>
              <a:t>TRIBUTAFÁCIL / GRUPO 4</a:t>
            </a:r>
          </a:p>
        </p:txBody>
      </p:sp>
      <p:sp>
        <p:nvSpPr>
          <p:cNvPr id="4" name="">
            <a:extLst xmlns:a="http://schemas.openxmlformats.org/drawingml/2006/main">
              <a:ext uri="{FF2B5EF4-FFF2-40B4-BE49-F238E27FC236}">
                <a16:creationId xmlns:a16="http://schemas.microsoft.com/office/drawing/2014/main" id="{AB25606A-708D-49F6-B76C-1BCD687AFC10}"/>
              </a:ext>
            </a:extLst>
          </p:cNvPr>
          <p:cNvSpPr>
            <a:spLocks xmlns:a="http://schemas.openxmlformats.org/drawingml/2006/main" noGrp="1"/>
          </p:cNvSpPr>
          <p:nvPr/>
        </p:nvSpPr>
        <p:spPr>
          <a:xfrm xmlns:a="http://schemas.openxmlformats.org/drawingml/2006/main">
            <a:off x="11049000" y="38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657187"/>
                </a:solidFill>
              </a:defRPr>
            </a:defPPr>
            <a:lvl1pPr>
              <a:defRPr sz="1050" b="0">
                <a:solidFill>
                  <a:srgbClr val="657187"/>
                </a:solidFill>
              </a:defRPr>
            </a:lvl1pPr>
            <a:lvl2pPr>
              <a:defRPr sz="1050" b="0">
                <a:solidFill>
                  <a:srgbClr val="657187"/>
                </a:solidFill>
              </a:defRPr>
            </a:lvl2pPr>
            <a:lvl3pPr>
              <a:defRPr sz="1050" b="0">
                <a:solidFill>
                  <a:srgbClr val="657187"/>
                </a:solidFill>
              </a:defRPr>
            </a:lvl3pPr>
            <a:lvl4pPr>
              <a:defRPr sz="1050" b="0">
                <a:solidFill>
                  <a:srgbClr val="657187"/>
                </a:solidFill>
              </a:defRPr>
            </a:lvl4pPr>
            <a:lvl5pPr>
              <a:defRPr sz="1050" b="0">
                <a:solidFill>
                  <a:srgbClr val="657187"/>
                </a:solidFill>
              </a:defRPr>
            </a:lvl5pPr>
            <a:lvl6pPr>
              <a:defRPr sz="1050" b="0">
                <a:solidFill>
                  <a:srgbClr val="657187"/>
                </a:solidFill>
              </a:defRPr>
            </a:lvl6pPr>
            <a:lvl7pPr>
              <a:defRPr sz="1050" b="0">
                <a:solidFill>
                  <a:srgbClr val="657187"/>
                </a:solidFill>
              </a:defRPr>
            </a:lvl7pPr>
            <a:lvl8pPr>
              <a:defRPr sz="1050" b="0">
                <a:solidFill>
                  <a:srgbClr val="657187"/>
                </a:solidFill>
              </a:defRPr>
            </a:lvl8pPr>
            <a:lvl9pPr>
              <a:defRPr sz="1050" b="0">
                <a:solidFill>
                  <a:srgbClr val="657187"/>
                </a:solidFill>
              </a:defRPr>
            </a:lvl9pPr>
          </a:lstStyle>
          <a:p xmlns:a="http://schemas.openxmlformats.org/drawingml/2006/main">
            <a:pPr>
              <a:defRPr sz="1050" b="0">
                <a:solidFill>
                  <a:srgbClr val="657187"/>
                </a:solidFill>
              </a:defRPr>
            </a:pPr>
            <a:r>
              <a:rPr sz="1050" b="0">
                <a:solidFill>
                  <a:srgbClr val="657187"/>
                </a:solidFill>
              </a:rPr>
              <a:t>03</a:t>
            </a:r>
          </a:p>
        </p:txBody>
      </p:sp>
      <p:sp>
        <p:nvSpPr>
          <p:cNvPr id="5" name="">
            <a:extLst xmlns:a="http://schemas.openxmlformats.org/drawingml/2006/main">
              <a:ext uri="{FF2B5EF4-FFF2-40B4-BE49-F238E27FC236}">
                <a16:creationId xmlns:a16="http://schemas.microsoft.com/office/drawing/2014/main" id="{5796747A-B954-4D10-B1CD-1E80808D9097}"/>
              </a:ext>
            </a:extLst>
          </p:cNvPr>
          <p:cNvSpPr>
            <a:spLocks xmlns:a="http://schemas.openxmlformats.org/drawingml/2006/main" noGrp="1"/>
          </p:cNvSpPr>
          <p:nvPr/>
        </p:nvSpPr>
        <p:spPr>
          <a:xfrm xmlns:a="http://schemas.openxmlformats.org/drawingml/2006/main">
            <a:off x="609600" y="1028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4264E"/>
                </a:solidFill>
              </a:defRPr>
            </a:defPPr>
            <a:lvl1pPr>
              <a:defRPr sz="3300" b="1">
                <a:solidFill>
                  <a:srgbClr val="14264E"/>
                </a:solidFill>
              </a:defRPr>
            </a:lvl1pPr>
            <a:lvl2pPr>
              <a:defRPr sz="3300" b="1">
                <a:solidFill>
                  <a:srgbClr val="14264E"/>
                </a:solidFill>
              </a:defRPr>
            </a:lvl2pPr>
            <a:lvl3pPr>
              <a:defRPr sz="3300" b="1">
                <a:solidFill>
                  <a:srgbClr val="14264E"/>
                </a:solidFill>
              </a:defRPr>
            </a:lvl3pPr>
            <a:lvl4pPr>
              <a:defRPr sz="3300" b="1">
                <a:solidFill>
                  <a:srgbClr val="14264E"/>
                </a:solidFill>
              </a:defRPr>
            </a:lvl4pPr>
            <a:lvl5pPr>
              <a:defRPr sz="3300" b="1">
                <a:solidFill>
                  <a:srgbClr val="14264E"/>
                </a:solidFill>
              </a:defRPr>
            </a:lvl5pPr>
            <a:lvl6pPr>
              <a:defRPr sz="3300" b="1">
                <a:solidFill>
                  <a:srgbClr val="14264E"/>
                </a:solidFill>
              </a:defRPr>
            </a:lvl6pPr>
            <a:lvl7pPr>
              <a:defRPr sz="3300" b="1">
                <a:solidFill>
                  <a:srgbClr val="14264E"/>
                </a:solidFill>
              </a:defRPr>
            </a:lvl7pPr>
            <a:lvl8pPr>
              <a:defRPr sz="3300" b="1">
                <a:solidFill>
                  <a:srgbClr val="14264E"/>
                </a:solidFill>
              </a:defRPr>
            </a:lvl8pPr>
            <a:lvl9pPr>
              <a:defRPr sz="3300" b="1">
                <a:solidFill>
                  <a:srgbClr val="14264E"/>
                </a:solidFill>
              </a:defRPr>
            </a:lvl9pPr>
          </a:lstStyle>
          <a:p xmlns:a="http://schemas.openxmlformats.org/drawingml/2006/main">
            <a:pPr>
              <a:defRPr sz="3300" b="1">
                <a:solidFill>
                  <a:srgbClr val="14264E"/>
                </a:solidFill>
              </a:defRPr>
            </a:pPr>
            <a:r>
              <a:rPr sz="3300" b="1">
                <a:solidFill>
                  <a:srgbClr val="14264E"/>
                </a:solidFill>
              </a:rPr>
              <a:t>Carlos, el contribuyente</a:t>
            </a:r>
          </a:p>
        </p:txBody>
      </p:sp>
      <p:sp>
        <p:nvSpPr>
          <p:cNvPr id="6" name="">
            <a:extLst xmlns:a="http://schemas.openxmlformats.org/drawingml/2006/main">
              <a:ext uri="{FF2B5EF4-FFF2-40B4-BE49-F238E27FC236}">
                <a16:creationId xmlns:a16="http://schemas.microsoft.com/office/drawing/2014/main" id="{2BB8D2D1-F25D-4467-8A27-B979DFA59C80}"/>
              </a:ext>
            </a:extLst>
          </p:cNvPr>
          <p:cNvSpPr>
            <a:spLocks xmlns:a="http://schemas.openxmlformats.org/drawingml/2006/main" noGrp="1"/>
          </p:cNvSpPr>
          <p:nvPr/>
        </p:nvSpPr>
        <p:spPr>
          <a:xfrm xmlns:a="http://schemas.openxmlformats.org/drawingml/2006/main">
            <a:off x="609600" y="19240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657187"/>
                </a:solidFill>
              </a:defRPr>
            </a:defPPr>
            <a:lvl1pPr>
              <a:defRPr sz="1725" b="0">
                <a:solidFill>
                  <a:srgbClr val="657187"/>
                </a:solidFill>
              </a:defRPr>
            </a:lvl1pPr>
            <a:lvl2pPr>
              <a:defRPr sz="1725" b="0">
                <a:solidFill>
                  <a:srgbClr val="657187"/>
                </a:solidFill>
              </a:defRPr>
            </a:lvl2pPr>
            <a:lvl3pPr>
              <a:defRPr sz="1725" b="0">
                <a:solidFill>
                  <a:srgbClr val="657187"/>
                </a:solidFill>
              </a:defRPr>
            </a:lvl3pPr>
            <a:lvl4pPr>
              <a:defRPr sz="1725" b="0">
                <a:solidFill>
                  <a:srgbClr val="657187"/>
                </a:solidFill>
              </a:defRPr>
            </a:lvl4pPr>
            <a:lvl5pPr>
              <a:defRPr sz="1725" b="0">
                <a:solidFill>
                  <a:srgbClr val="657187"/>
                </a:solidFill>
              </a:defRPr>
            </a:lvl5pPr>
            <a:lvl6pPr>
              <a:defRPr sz="1725" b="0">
                <a:solidFill>
                  <a:srgbClr val="657187"/>
                </a:solidFill>
              </a:defRPr>
            </a:lvl6pPr>
            <a:lvl7pPr>
              <a:defRPr sz="1725" b="0">
                <a:solidFill>
                  <a:srgbClr val="657187"/>
                </a:solidFill>
              </a:defRPr>
            </a:lvl7pPr>
            <a:lvl8pPr>
              <a:defRPr sz="1725" b="0">
                <a:solidFill>
                  <a:srgbClr val="657187"/>
                </a:solidFill>
              </a:defRPr>
            </a:lvl8pPr>
            <a:lvl9pPr>
              <a:defRPr sz="1725" b="0">
                <a:solidFill>
                  <a:srgbClr val="657187"/>
                </a:solidFill>
              </a:defRPr>
            </a:lvl9pPr>
          </a:lstStyle>
          <a:p xmlns:a="http://schemas.openxmlformats.org/drawingml/2006/main">
            <a:pPr>
              <a:defRPr sz="1725" b="0">
                <a:solidFill>
                  <a:srgbClr val="657187"/>
                </a:solidFill>
              </a:defRPr>
            </a:pPr>
            <a:r>
              <a:rPr sz="1725" b="0">
                <a:solidFill>
                  <a:srgbClr val="657187"/>
                </a:solidFill>
              </a:rPr>
              <a:t>Carlos Ramírez · 38 años · propietario · Lima</a:t>
            </a:r>
          </a:p>
        </p:txBody>
      </p:sp>
      <p:sp>
        <p:nvSpPr>
          <p:cNvPr id="7" name="">
            <a:extLst xmlns:a="http://schemas.openxmlformats.org/drawingml/2006/main">
              <a:ext uri="{FF2B5EF4-FFF2-40B4-BE49-F238E27FC236}">
                <a16:creationId xmlns:a16="http://schemas.microsoft.com/office/drawing/2014/main" id="{C864A05D-EB53-471F-B4DB-09ACC31F1B64}"/>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ADFE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24AF388-E077-4601-8347-4C41F647D3E2}"/>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657187"/>
                </a:solidFill>
              </a:defRPr>
            </a:defPPr>
            <a:lvl1pPr>
              <a:defRPr sz="900" b="0">
                <a:solidFill>
                  <a:srgbClr val="657187"/>
                </a:solidFill>
              </a:defRPr>
            </a:lvl1pPr>
            <a:lvl2pPr>
              <a:defRPr sz="900" b="0">
                <a:solidFill>
                  <a:srgbClr val="657187"/>
                </a:solidFill>
              </a:defRPr>
            </a:lvl2pPr>
            <a:lvl3pPr>
              <a:defRPr sz="900" b="0">
                <a:solidFill>
                  <a:srgbClr val="657187"/>
                </a:solidFill>
              </a:defRPr>
            </a:lvl3pPr>
            <a:lvl4pPr>
              <a:defRPr sz="900" b="0">
                <a:solidFill>
                  <a:srgbClr val="657187"/>
                </a:solidFill>
              </a:defRPr>
            </a:lvl4pPr>
            <a:lvl5pPr>
              <a:defRPr sz="900" b="0">
                <a:solidFill>
                  <a:srgbClr val="657187"/>
                </a:solidFill>
              </a:defRPr>
            </a:lvl5pPr>
            <a:lvl6pPr>
              <a:defRPr sz="900" b="0">
                <a:solidFill>
                  <a:srgbClr val="657187"/>
                </a:solidFill>
              </a:defRPr>
            </a:lvl6pPr>
            <a:lvl7pPr>
              <a:defRPr sz="900" b="0">
                <a:solidFill>
                  <a:srgbClr val="657187"/>
                </a:solidFill>
              </a:defRPr>
            </a:lvl7pPr>
            <a:lvl8pPr>
              <a:defRPr sz="900" b="0">
                <a:solidFill>
                  <a:srgbClr val="657187"/>
                </a:solidFill>
              </a:defRPr>
            </a:lvl8pPr>
            <a:lvl9pPr>
              <a:defRPr sz="900" b="0">
                <a:solidFill>
                  <a:srgbClr val="657187"/>
                </a:solidFill>
              </a:defRPr>
            </a:lvl9pPr>
          </a:lstStyle>
          <a:p xmlns:a="http://schemas.openxmlformats.org/drawingml/2006/main">
            <a:pPr>
              <a:defRPr sz="900" b="0">
                <a:solidFill>
                  <a:srgbClr val="657187"/>
                </a:solidFill>
              </a:defRPr>
            </a:pPr>
            <a:r>
              <a:rPr sz="900" b="0">
                <a:solidFill>
                  <a:srgbClr val="657187"/>
                </a:solidFill>
              </a:rPr>
              <a:t>Prototipo académico · Demostración sin cobros reales</a:t>
            </a:r>
          </a:p>
        </p:txBody>
      </p:sp>
      <p:sp>
        <p:nvSpPr>
          <p:cNvPr id="9" name="">
            <a:extLst xmlns:a="http://schemas.openxmlformats.org/drawingml/2006/main">
              <a:ext uri="{FF2B5EF4-FFF2-40B4-BE49-F238E27FC236}">
                <a16:creationId xmlns:a16="http://schemas.microsoft.com/office/drawing/2014/main" id="{1447C022-59E8-4023-B3AF-B34582C7B532}"/>
              </a:ext>
            </a:extLst>
          </p:cNvPr>
          <p:cNvSpPr>
            <a:spLocks xmlns:a="http://schemas.openxmlformats.org/drawingml/2006/main" noGrp="1"/>
          </p:cNvSpPr>
          <p:nvPr/>
        </p:nvSpPr>
        <p:spPr>
          <a:xfrm xmlns:a="http://schemas.openxmlformats.org/drawingml/2006/main">
            <a:off x="609600" y="2809875"/>
            <a:ext cx="10715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0">
                <a:solidFill>
                  <a:srgbClr val="14264E"/>
                </a:solidFill>
              </a:defRPr>
            </a:defPPr>
            <a:lvl1pPr>
              <a:defRPr sz="2550" b="0">
                <a:solidFill>
                  <a:srgbClr val="14264E"/>
                </a:solidFill>
              </a:defRPr>
            </a:lvl1pPr>
            <a:lvl2pPr>
              <a:defRPr sz="2550" b="0">
                <a:solidFill>
                  <a:srgbClr val="14264E"/>
                </a:solidFill>
              </a:defRPr>
            </a:lvl2pPr>
            <a:lvl3pPr>
              <a:defRPr sz="2550" b="0">
                <a:solidFill>
                  <a:srgbClr val="14264E"/>
                </a:solidFill>
              </a:defRPr>
            </a:lvl3pPr>
            <a:lvl4pPr>
              <a:defRPr sz="2550" b="0">
                <a:solidFill>
                  <a:srgbClr val="14264E"/>
                </a:solidFill>
              </a:defRPr>
            </a:lvl4pPr>
            <a:lvl5pPr>
              <a:defRPr sz="2550" b="0">
                <a:solidFill>
                  <a:srgbClr val="14264E"/>
                </a:solidFill>
              </a:defRPr>
            </a:lvl5pPr>
            <a:lvl6pPr>
              <a:defRPr sz="2550" b="0">
                <a:solidFill>
                  <a:srgbClr val="14264E"/>
                </a:solidFill>
              </a:defRPr>
            </a:lvl6pPr>
            <a:lvl7pPr>
              <a:defRPr sz="2550" b="0">
                <a:solidFill>
                  <a:srgbClr val="14264E"/>
                </a:solidFill>
              </a:defRPr>
            </a:lvl7pPr>
            <a:lvl8pPr>
              <a:defRPr sz="2550" b="0">
                <a:solidFill>
                  <a:srgbClr val="14264E"/>
                </a:solidFill>
              </a:defRPr>
            </a:lvl8pPr>
            <a:lvl9pPr>
              <a:defRPr sz="2550" b="0">
                <a:solidFill>
                  <a:srgbClr val="14264E"/>
                </a:solidFill>
              </a:defRPr>
            </a:lvl9pPr>
          </a:lstStyle>
          <a:p xmlns:a="http://schemas.openxmlformats.org/drawingml/2006/main">
            <a:pPr>
              <a:defRPr sz="2550" b="0">
                <a:solidFill>
                  <a:srgbClr val="14264E"/>
                </a:solidFill>
              </a:defRPr>
            </a:pPr>
            <a:r>
              <a:rPr sz="2550" b="0">
                <a:solidFill>
                  <a:srgbClr val="14264E"/>
                </a:solidFill>
              </a:rPr>
              <a:t>“Necesito cumplir con mis pagos municipales sin perder tiempo haciendo colas o trasladándome”.</a:t>
            </a:r>
          </a:p>
        </p:txBody>
      </p:sp>
      <p:sp>
        <p:nvSpPr>
          <p:cNvPr id="10" name="">
            <a:extLst xmlns:a="http://schemas.openxmlformats.org/drawingml/2006/main">
              <a:ext uri="{FF2B5EF4-FFF2-40B4-BE49-F238E27FC236}">
                <a16:creationId xmlns:a16="http://schemas.microsoft.com/office/drawing/2014/main" id="{06ACC62E-9072-46ED-B894-68470CF7AE39}"/>
              </a:ext>
            </a:extLst>
          </p:cNvPr>
          <p:cNvSpPr>
            <a:spLocks xmlns:a="http://schemas.openxmlformats.org/drawingml/2006/main" noGrp="1"/>
          </p:cNvSpPr>
          <p:nvPr/>
        </p:nvSpPr>
        <p:spPr>
          <a:xfrm xmlns:a="http://schemas.openxmlformats.org/drawingml/2006/main">
            <a:off x="609600" y="4286250"/>
            <a:ext cx="38100" cy="1285875"/>
          </a:xfrm>
          <a:prstGeom xmlns:a="http://schemas.openxmlformats.org/drawingml/2006/main" prst="rect">
            <a:avLst/>
          </a:prstGeom>
          <a:solidFill xmlns:a="http://schemas.openxmlformats.org/drawingml/2006/main">
            <a:srgbClr val="A17D2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F41F7D3-C9BD-4564-95E2-04386DBA70AC}"/>
              </a:ext>
            </a:extLst>
          </p:cNvPr>
          <p:cNvSpPr>
            <a:spLocks xmlns:a="http://schemas.openxmlformats.org/drawingml/2006/main" noGrp="1"/>
          </p:cNvSpPr>
          <p:nvPr/>
        </p:nvSpPr>
        <p:spPr>
          <a:xfrm xmlns:a="http://schemas.openxmlformats.org/drawingml/2006/main">
            <a:off x="847725" y="41910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1">
                <a:solidFill>
                  <a:srgbClr val="14264E"/>
                </a:solidFill>
              </a:defRPr>
            </a:defPPr>
            <a:lvl1pPr>
              <a:defRPr sz="2025" b="1">
                <a:solidFill>
                  <a:srgbClr val="14264E"/>
                </a:solidFill>
              </a:defRPr>
            </a:lvl1pPr>
            <a:lvl2pPr>
              <a:defRPr sz="2025" b="1">
                <a:solidFill>
                  <a:srgbClr val="14264E"/>
                </a:solidFill>
              </a:defRPr>
            </a:lvl2pPr>
            <a:lvl3pPr>
              <a:defRPr sz="2025" b="1">
                <a:solidFill>
                  <a:srgbClr val="14264E"/>
                </a:solidFill>
              </a:defRPr>
            </a:lvl3pPr>
            <a:lvl4pPr>
              <a:defRPr sz="2025" b="1">
                <a:solidFill>
                  <a:srgbClr val="14264E"/>
                </a:solidFill>
              </a:defRPr>
            </a:lvl4pPr>
            <a:lvl5pPr>
              <a:defRPr sz="2025" b="1">
                <a:solidFill>
                  <a:srgbClr val="14264E"/>
                </a:solidFill>
              </a:defRPr>
            </a:lvl5pPr>
            <a:lvl6pPr>
              <a:defRPr sz="2025" b="1">
                <a:solidFill>
                  <a:srgbClr val="14264E"/>
                </a:solidFill>
              </a:defRPr>
            </a:lvl6pPr>
            <a:lvl7pPr>
              <a:defRPr sz="2025" b="1">
                <a:solidFill>
                  <a:srgbClr val="14264E"/>
                </a:solidFill>
              </a:defRPr>
            </a:lvl7pPr>
            <a:lvl8pPr>
              <a:defRPr sz="2025" b="1">
                <a:solidFill>
                  <a:srgbClr val="14264E"/>
                </a:solidFill>
              </a:defRPr>
            </a:lvl8pPr>
            <a:lvl9pPr>
              <a:defRPr sz="2025" b="1">
                <a:solidFill>
                  <a:srgbClr val="14264E"/>
                </a:solidFill>
              </a:defRPr>
            </a:lvl9pPr>
          </a:lstStyle>
          <a:p xmlns:a="http://schemas.openxmlformats.org/drawingml/2006/main">
            <a:pPr>
              <a:defRPr sz="2025" b="1">
                <a:solidFill>
                  <a:srgbClr val="14264E"/>
                </a:solidFill>
              </a:defRPr>
            </a:pPr>
            <a:r>
              <a:rPr sz="2025" b="1">
                <a:solidFill>
                  <a:srgbClr val="14264E"/>
                </a:solidFill>
              </a:rPr>
              <a:t>Qué intenta lograr</a:t>
            </a:r>
          </a:p>
        </p:txBody>
      </p:sp>
      <p:sp>
        <p:nvSpPr>
          <p:cNvPr id="12" name="">
            <a:extLst xmlns:a="http://schemas.openxmlformats.org/drawingml/2006/main">
              <a:ext uri="{FF2B5EF4-FFF2-40B4-BE49-F238E27FC236}">
                <a16:creationId xmlns:a16="http://schemas.microsoft.com/office/drawing/2014/main" id="{CEA38597-7A08-4FE6-96D6-478DE60E048F}"/>
              </a:ext>
            </a:extLst>
          </p:cNvPr>
          <p:cNvSpPr>
            <a:spLocks xmlns:a="http://schemas.openxmlformats.org/drawingml/2006/main" noGrp="1"/>
          </p:cNvSpPr>
          <p:nvPr/>
        </p:nvSpPr>
        <p:spPr>
          <a:xfrm xmlns:a="http://schemas.openxmlformats.org/drawingml/2006/main">
            <a:off x="847725" y="4695825"/>
            <a:ext cx="4905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657187"/>
                </a:solidFill>
              </a:defRPr>
            </a:defPPr>
            <a:lvl1pPr>
              <a:defRPr sz="1875" b="0">
                <a:solidFill>
                  <a:srgbClr val="657187"/>
                </a:solidFill>
              </a:defRPr>
            </a:lvl1pPr>
            <a:lvl2pPr>
              <a:defRPr sz="1875" b="0">
                <a:solidFill>
                  <a:srgbClr val="657187"/>
                </a:solidFill>
              </a:defRPr>
            </a:lvl2pPr>
            <a:lvl3pPr>
              <a:defRPr sz="1875" b="0">
                <a:solidFill>
                  <a:srgbClr val="657187"/>
                </a:solidFill>
              </a:defRPr>
            </a:lvl3pPr>
            <a:lvl4pPr>
              <a:defRPr sz="1875" b="0">
                <a:solidFill>
                  <a:srgbClr val="657187"/>
                </a:solidFill>
              </a:defRPr>
            </a:lvl4pPr>
            <a:lvl5pPr>
              <a:defRPr sz="1875" b="0">
                <a:solidFill>
                  <a:srgbClr val="657187"/>
                </a:solidFill>
              </a:defRPr>
            </a:lvl5pPr>
            <a:lvl6pPr>
              <a:defRPr sz="1875" b="0">
                <a:solidFill>
                  <a:srgbClr val="657187"/>
                </a:solidFill>
              </a:defRPr>
            </a:lvl6pPr>
            <a:lvl7pPr>
              <a:defRPr sz="1875" b="0">
                <a:solidFill>
                  <a:srgbClr val="657187"/>
                </a:solidFill>
              </a:defRPr>
            </a:lvl7pPr>
            <a:lvl8pPr>
              <a:defRPr sz="1875" b="0">
                <a:solidFill>
                  <a:srgbClr val="657187"/>
                </a:solidFill>
              </a:defRPr>
            </a:lvl8pPr>
            <a:lvl9pPr>
              <a:defRPr sz="1875" b="0">
                <a:solidFill>
                  <a:srgbClr val="657187"/>
                </a:solidFill>
              </a:defRPr>
            </a:lvl9pPr>
          </a:lstStyle>
          <a:p xmlns:a="http://schemas.openxmlformats.org/drawingml/2006/main">
            <a:pPr>
              <a:defRPr sz="1875" b="0">
                <a:solidFill>
                  <a:srgbClr val="657187"/>
                </a:solidFill>
              </a:defRPr>
            </a:pPr>
            <a:r>
              <a:rPr sz="1875" b="0">
                <a:solidFill>
                  <a:srgbClr val="657187"/>
                </a:solidFill>
              </a:rPr>
              <a:t>Reconocer lo urgente, elegir periodos</a:t>
            </a:r>
          </a:p>
          <a:p xmlns:a="http://schemas.openxmlformats.org/drawingml/2006/main">
            <a:pPr>
              <a:defRPr sz="1875" b="0">
                <a:solidFill>
                  <a:srgbClr val="657187"/>
                </a:solidFill>
              </a:defRPr>
            </a:pPr>
            <a:r>
              <a:rPr sz="1875" b="0">
                <a:solidFill>
                  <a:srgbClr val="657187"/>
                </a:solidFill>
              </a:rPr>
              <a:t>y saber qué quedó pendiente.</a:t>
            </a:r>
          </a:p>
        </p:txBody>
      </p:sp>
      <p:sp>
        <p:nvSpPr>
          <p:cNvPr id="13" name="">
            <a:extLst xmlns:a="http://schemas.openxmlformats.org/drawingml/2006/main">
              <a:ext uri="{FF2B5EF4-FFF2-40B4-BE49-F238E27FC236}">
                <a16:creationId xmlns:a16="http://schemas.microsoft.com/office/drawing/2014/main" id="{A7B34694-CB5F-4470-945A-9279111C4C66}"/>
              </a:ext>
            </a:extLst>
          </p:cNvPr>
          <p:cNvSpPr>
            <a:spLocks xmlns:a="http://schemas.openxmlformats.org/drawingml/2006/main" noGrp="1"/>
          </p:cNvSpPr>
          <p:nvPr/>
        </p:nvSpPr>
        <p:spPr>
          <a:xfrm xmlns:a="http://schemas.openxmlformats.org/drawingml/2006/main">
            <a:off x="6572250" y="41910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1">
                <a:solidFill>
                  <a:srgbClr val="14264E"/>
                </a:solidFill>
              </a:defRPr>
            </a:defPPr>
            <a:lvl1pPr>
              <a:defRPr sz="2025" b="1">
                <a:solidFill>
                  <a:srgbClr val="14264E"/>
                </a:solidFill>
              </a:defRPr>
            </a:lvl1pPr>
            <a:lvl2pPr>
              <a:defRPr sz="2025" b="1">
                <a:solidFill>
                  <a:srgbClr val="14264E"/>
                </a:solidFill>
              </a:defRPr>
            </a:lvl2pPr>
            <a:lvl3pPr>
              <a:defRPr sz="2025" b="1">
                <a:solidFill>
                  <a:srgbClr val="14264E"/>
                </a:solidFill>
              </a:defRPr>
            </a:lvl3pPr>
            <a:lvl4pPr>
              <a:defRPr sz="2025" b="1">
                <a:solidFill>
                  <a:srgbClr val="14264E"/>
                </a:solidFill>
              </a:defRPr>
            </a:lvl4pPr>
            <a:lvl5pPr>
              <a:defRPr sz="2025" b="1">
                <a:solidFill>
                  <a:srgbClr val="14264E"/>
                </a:solidFill>
              </a:defRPr>
            </a:lvl5pPr>
            <a:lvl6pPr>
              <a:defRPr sz="2025" b="1">
                <a:solidFill>
                  <a:srgbClr val="14264E"/>
                </a:solidFill>
              </a:defRPr>
            </a:lvl6pPr>
            <a:lvl7pPr>
              <a:defRPr sz="2025" b="1">
                <a:solidFill>
                  <a:srgbClr val="14264E"/>
                </a:solidFill>
              </a:defRPr>
            </a:lvl7pPr>
            <a:lvl8pPr>
              <a:defRPr sz="2025" b="1">
                <a:solidFill>
                  <a:srgbClr val="14264E"/>
                </a:solidFill>
              </a:defRPr>
            </a:lvl8pPr>
            <a:lvl9pPr>
              <a:defRPr sz="2025" b="1">
                <a:solidFill>
                  <a:srgbClr val="14264E"/>
                </a:solidFill>
              </a:defRPr>
            </a:lvl9pPr>
          </a:lstStyle>
          <a:p xmlns:a="http://schemas.openxmlformats.org/drawingml/2006/main">
            <a:pPr>
              <a:defRPr sz="2025" b="1">
                <a:solidFill>
                  <a:srgbClr val="14264E"/>
                </a:solidFill>
              </a:defRPr>
            </a:pPr>
            <a:r>
              <a:rPr sz="2025" b="1">
                <a:solidFill>
                  <a:srgbClr val="14264E"/>
                </a:solidFill>
              </a:rPr>
              <a:t>Qué todavía no sabemos</a:t>
            </a:r>
          </a:p>
        </p:txBody>
      </p:sp>
      <p:sp>
        <p:nvSpPr>
          <p:cNvPr id="14" name="">
            <a:extLst xmlns:a="http://schemas.openxmlformats.org/drawingml/2006/main">
              <a:ext uri="{FF2B5EF4-FFF2-40B4-BE49-F238E27FC236}">
                <a16:creationId xmlns:a16="http://schemas.microsoft.com/office/drawing/2014/main" id="{5ABA193E-1A47-4AB9-9466-BB3D22F5910E}"/>
              </a:ext>
            </a:extLst>
          </p:cNvPr>
          <p:cNvSpPr>
            <a:spLocks xmlns:a="http://schemas.openxmlformats.org/drawingml/2006/main" noGrp="1"/>
          </p:cNvSpPr>
          <p:nvPr/>
        </p:nvSpPr>
        <p:spPr>
          <a:xfrm xmlns:a="http://schemas.openxmlformats.org/drawingml/2006/main">
            <a:off x="6572250" y="4695825"/>
            <a:ext cx="4857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657187"/>
                </a:solidFill>
              </a:defRPr>
            </a:defPPr>
            <a:lvl1pPr>
              <a:defRPr sz="1875" b="0">
                <a:solidFill>
                  <a:srgbClr val="657187"/>
                </a:solidFill>
              </a:defRPr>
            </a:lvl1pPr>
            <a:lvl2pPr>
              <a:defRPr sz="1875" b="0">
                <a:solidFill>
                  <a:srgbClr val="657187"/>
                </a:solidFill>
              </a:defRPr>
            </a:lvl2pPr>
            <a:lvl3pPr>
              <a:defRPr sz="1875" b="0">
                <a:solidFill>
                  <a:srgbClr val="657187"/>
                </a:solidFill>
              </a:defRPr>
            </a:lvl3pPr>
            <a:lvl4pPr>
              <a:defRPr sz="1875" b="0">
                <a:solidFill>
                  <a:srgbClr val="657187"/>
                </a:solidFill>
              </a:defRPr>
            </a:lvl4pPr>
            <a:lvl5pPr>
              <a:defRPr sz="1875" b="0">
                <a:solidFill>
                  <a:srgbClr val="657187"/>
                </a:solidFill>
              </a:defRPr>
            </a:lvl5pPr>
            <a:lvl6pPr>
              <a:defRPr sz="1875" b="0">
                <a:solidFill>
                  <a:srgbClr val="657187"/>
                </a:solidFill>
              </a:defRPr>
            </a:lvl6pPr>
            <a:lvl7pPr>
              <a:defRPr sz="1875" b="0">
                <a:solidFill>
                  <a:srgbClr val="657187"/>
                </a:solidFill>
              </a:defRPr>
            </a:lvl7pPr>
            <a:lvl8pPr>
              <a:defRPr sz="1875" b="0">
                <a:solidFill>
                  <a:srgbClr val="657187"/>
                </a:solidFill>
              </a:defRPr>
            </a:lvl8pPr>
            <a:lvl9pPr>
              <a:defRPr sz="1875" b="0">
                <a:solidFill>
                  <a:srgbClr val="657187"/>
                </a:solidFill>
              </a:defRPr>
            </a:lvl9pPr>
          </a:lstStyle>
          <a:p xmlns:a="http://schemas.openxmlformats.org/drawingml/2006/main">
            <a:pPr>
              <a:defRPr sz="1875" b="0">
                <a:solidFill>
                  <a:srgbClr val="657187"/>
                </a:solidFill>
              </a:defRPr>
            </a:pPr>
            <a:r>
              <a:rPr sz="1875" b="0">
                <a:solidFill>
                  <a:srgbClr val="657187"/>
                </a:solidFill>
              </a:rPr>
              <a:t>Si la desorganización explica su atraso</a:t>
            </a:r>
          </a:p>
          <a:p xmlns:a="http://schemas.openxmlformats.org/drawingml/2006/main">
            <a:pPr>
              <a:defRPr sz="1875" b="0">
                <a:solidFill>
                  <a:srgbClr val="657187"/>
                </a:solidFill>
              </a:defRPr>
            </a:pPr>
            <a:r>
              <a:rPr sz="1875" b="0">
                <a:solidFill>
                  <a:srgbClr val="657187"/>
                </a:solidFill>
              </a:rPr>
              <a:t>y si la interfaz facilita su decisión.</a:t>
            </a:r>
          </a:p>
        </p:txBody>
      </p:sp>
    </p:spTree>
    <p:extLst>
      <p:ext uri="{BB962C8B-B14F-4D97-AF65-F5344CB8AC3E}">
        <p14:creationId xmlns:p14="http://schemas.microsoft.com/office/powerpoint/2010/main" val="1761158826"/>
      </p:ext>
    </p:extLst>
  </p:cSld>
</p:sld>
</file>

<file path=ppt/slides/slide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27D2046-0533-44E3-AF4D-280B49230616}"/>
              </a:ext>
            </a:extLst>
          </p:cNvPr>
          <p:cNvSpPr>
            <a:spLocks xmlns:a="http://schemas.openxmlformats.org/drawingml/2006/main" noGrp="1"/>
          </p:cNvSpPr>
          <p:nvPr/>
        </p:nvSpPr>
        <p:spPr>
          <a:xfrm xmlns:a="http://schemas.openxmlformats.org/drawingml/2006/main">
            <a:off x="609600" y="533400"/>
            <a:ext cx="419100" cy="38100"/>
          </a:xfrm>
          <a:prstGeom xmlns:a="http://schemas.openxmlformats.org/drawingml/2006/main" prst="rect">
            <a:avLst/>
          </a:prstGeom>
          <a:solidFill xmlns:a="http://schemas.openxmlformats.org/drawingml/2006/main">
            <a:srgbClr val="A17D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88CF12F-6123-4C9C-AC27-7E588B368B16}"/>
              </a:ext>
            </a:extLst>
          </p:cNvPr>
          <p:cNvSpPr>
            <a:spLocks xmlns:a="http://schemas.openxmlformats.org/drawingml/2006/main" noGrp="1"/>
          </p:cNvSpPr>
          <p:nvPr/>
        </p:nvSpPr>
        <p:spPr>
          <a:xfrm xmlns:a="http://schemas.openxmlformats.org/drawingml/2006/main">
            <a:off x="1181100" y="3810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1">
                <a:solidFill>
                  <a:srgbClr val="A17D2B"/>
                </a:solidFill>
              </a:defRPr>
            </a:defPPr>
            <a:lvl1pPr>
              <a:defRPr sz="975" b="1">
                <a:solidFill>
                  <a:srgbClr val="A17D2B"/>
                </a:solidFill>
              </a:defRPr>
            </a:lvl1pPr>
            <a:lvl2pPr>
              <a:defRPr sz="975" b="1">
                <a:solidFill>
                  <a:srgbClr val="A17D2B"/>
                </a:solidFill>
              </a:defRPr>
            </a:lvl2pPr>
            <a:lvl3pPr>
              <a:defRPr sz="975" b="1">
                <a:solidFill>
                  <a:srgbClr val="A17D2B"/>
                </a:solidFill>
              </a:defRPr>
            </a:lvl3pPr>
            <a:lvl4pPr>
              <a:defRPr sz="975" b="1">
                <a:solidFill>
                  <a:srgbClr val="A17D2B"/>
                </a:solidFill>
              </a:defRPr>
            </a:lvl4pPr>
            <a:lvl5pPr>
              <a:defRPr sz="975" b="1">
                <a:solidFill>
                  <a:srgbClr val="A17D2B"/>
                </a:solidFill>
              </a:defRPr>
            </a:lvl5pPr>
            <a:lvl6pPr>
              <a:defRPr sz="975" b="1">
                <a:solidFill>
                  <a:srgbClr val="A17D2B"/>
                </a:solidFill>
              </a:defRPr>
            </a:lvl6pPr>
            <a:lvl7pPr>
              <a:defRPr sz="975" b="1">
                <a:solidFill>
                  <a:srgbClr val="A17D2B"/>
                </a:solidFill>
              </a:defRPr>
            </a:lvl7pPr>
            <a:lvl8pPr>
              <a:defRPr sz="975" b="1">
                <a:solidFill>
                  <a:srgbClr val="A17D2B"/>
                </a:solidFill>
              </a:defRPr>
            </a:lvl8pPr>
            <a:lvl9pPr>
              <a:defRPr sz="975" b="1">
                <a:solidFill>
                  <a:srgbClr val="A17D2B"/>
                </a:solidFill>
              </a:defRPr>
            </a:lvl9pPr>
          </a:lstStyle>
          <a:p xmlns:a="http://schemas.openxmlformats.org/drawingml/2006/main">
            <a:pPr>
              <a:defRPr sz="975" b="1">
                <a:solidFill>
                  <a:srgbClr val="A17D2B"/>
                </a:solidFill>
              </a:defRPr>
            </a:pPr>
            <a:r>
              <a:rPr sz="975" b="1">
                <a:solidFill>
                  <a:srgbClr val="A17D2B"/>
                </a:solidFill>
              </a:rPr>
              <a:t>TRIBUTAFÁCIL / GRUPO 4</a:t>
            </a:r>
          </a:p>
        </p:txBody>
      </p:sp>
      <p:sp>
        <p:nvSpPr>
          <p:cNvPr id="4" name="">
            <a:extLst xmlns:a="http://schemas.openxmlformats.org/drawingml/2006/main">
              <a:ext uri="{FF2B5EF4-FFF2-40B4-BE49-F238E27FC236}">
                <a16:creationId xmlns:a16="http://schemas.microsoft.com/office/drawing/2014/main" id="{DF465464-F0B2-4B71-B94A-319E62EDBC69}"/>
              </a:ext>
            </a:extLst>
          </p:cNvPr>
          <p:cNvSpPr>
            <a:spLocks xmlns:a="http://schemas.openxmlformats.org/drawingml/2006/main" noGrp="1"/>
          </p:cNvSpPr>
          <p:nvPr/>
        </p:nvSpPr>
        <p:spPr>
          <a:xfrm xmlns:a="http://schemas.openxmlformats.org/drawingml/2006/main">
            <a:off x="11049000" y="38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657187"/>
                </a:solidFill>
              </a:defRPr>
            </a:defPPr>
            <a:lvl1pPr>
              <a:defRPr sz="1050" b="0">
                <a:solidFill>
                  <a:srgbClr val="657187"/>
                </a:solidFill>
              </a:defRPr>
            </a:lvl1pPr>
            <a:lvl2pPr>
              <a:defRPr sz="1050" b="0">
                <a:solidFill>
                  <a:srgbClr val="657187"/>
                </a:solidFill>
              </a:defRPr>
            </a:lvl2pPr>
            <a:lvl3pPr>
              <a:defRPr sz="1050" b="0">
                <a:solidFill>
                  <a:srgbClr val="657187"/>
                </a:solidFill>
              </a:defRPr>
            </a:lvl3pPr>
            <a:lvl4pPr>
              <a:defRPr sz="1050" b="0">
                <a:solidFill>
                  <a:srgbClr val="657187"/>
                </a:solidFill>
              </a:defRPr>
            </a:lvl4pPr>
            <a:lvl5pPr>
              <a:defRPr sz="1050" b="0">
                <a:solidFill>
                  <a:srgbClr val="657187"/>
                </a:solidFill>
              </a:defRPr>
            </a:lvl5pPr>
            <a:lvl6pPr>
              <a:defRPr sz="1050" b="0">
                <a:solidFill>
                  <a:srgbClr val="657187"/>
                </a:solidFill>
              </a:defRPr>
            </a:lvl6pPr>
            <a:lvl7pPr>
              <a:defRPr sz="1050" b="0">
                <a:solidFill>
                  <a:srgbClr val="657187"/>
                </a:solidFill>
              </a:defRPr>
            </a:lvl7pPr>
            <a:lvl8pPr>
              <a:defRPr sz="1050" b="0">
                <a:solidFill>
                  <a:srgbClr val="657187"/>
                </a:solidFill>
              </a:defRPr>
            </a:lvl8pPr>
            <a:lvl9pPr>
              <a:defRPr sz="1050" b="0">
                <a:solidFill>
                  <a:srgbClr val="657187"/>
                </a:solidFill>
              </a:defRPr>
            </a:lvl9pPr>
          </a:lstStyle>
          <a:p xmlns:a="http://schemas.openxmlformats.org/drawingml/2006/main">
            <a:pPr>
              <a:defRPr sz="1050" b="0">
                <a:solidFill>
                  <a:srgbClr val="657187"/>
                </a:solidFill>
              </a:defRPr>
            </a:pPr>
            <a:r>
              <a:rPr sz="1050" b="0">
                <a:solidFill>
                  <a:srgbClr val="657187"/>
                </a:solidFill>
              </a:rPr>
              <a:t>04</a:t>
            </a:r>
          </a:p>
        </p:txBody>
      </p:sp>
      <p:sp>
        <p:nvSpPr>
          <p:cNvPr id="5" name="">
            <a:extLst xmlns:a="http://schemas.openxmlformats.org/drawingml/2006/main">
              <a:ext uri="{FF2B5EF4-FFF2-40B4-BE49-F238E27FC236}">
                <a16:creationId xmlns:a16="http://schemas.microsoft.com/office/drawing/2014/main" id="{80F3D95B-4D07-48A9-ADD5-462C4BDC7BFF}"/>
              </a:ext>
            </a:extLst>
          </p:cNvPr>
          <p:cNvSpPr>
            <a:spLocks xmlns:a="http://schemas.openxmlformats.org/drawingml/2006/main" noGrp="1"/>
          </p:cNvSpPr>
          <p:nvPr/>
        </p:nvSpPr>
        <p:spPr>
          <a:xfrm xmlns:a="http://schemas.openxmlformats.org/drawingml/2006/main">
            <a:off x="609600" y="1028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4264E"/>
                </a:solidFill>
              </a:defRPr>
            </a:defPPr>
            <a:lvl1pPr>
              <a:defRPr sz="3300" b="1">
                <a:solidFill>
                  <a:srgbClr val="14264E"/>
                </a:solidFill>
              </a:defRPr>
            </a:lvl1pPr>
            <a:lvl2pPr>
              <a:defRPr sz="3300" b="1">
                <a:solidFill>
                  <a:srgbClr val="14264E"/>
                </a:solidFill>
              </a:defRPr>
            </a:lvl2pPr>
            <a:lvl3pPr>
              <a:defRPr sz="3300" b="1">
                <a:solidFill>
                  <a:srgbClr val="14264E"/>
                </a:solidFill>
              </a:defRPr>
            </a:lvl3pPr>
            <a:lvl4pPr>
              <a:defRPr sz="3300" b="1">
                <a:solidFill>
                  <a:srgbClr val="14264E"/>
                </a:solidFill>
              </a:defRPr>
            </a:lvl4pPr>
            <a:lvl5pPr>
              <a:defRPr sz="3300" b="1">
                <a:solidFill>
                  <a:srgbClr val="14264E"/>
                </a:solidFill>
              </a:defRPr>
            </a:lvl5pPr>
            <a:lvl6pPr>
              <a:defRPr sz="3300" b="1">
                <a:solidFill>
                  <a:srgbClr val="14264E"/>
                </a:solidFill>
              </a:defRPr>
            </a:lvl6pPr>
            <a:lvl7pPr>
              <a:defRPr sz="3300" b="1">
                <a:solidFill>
                  <a:srgbClr val="14264E"/>
                </a:solidFill>
              </a:defRPr>
            </a:lvl7pPr>
            <a:lvl8pPr>
              <a:defRPr sz="3300" b="1">
                <a:solidFill>
                  <a:srgbClr val="14264E"/>
                </a:solidFill>
              </a:defRPr>
            </a:lvl8pPr>
            <a:lvl9pPr>
              <a:defRPr sz="3300" b="1">
                <a:solidFill>
                  <a:srgbClr val="14264E"/>
                </a:solidFill>
              </a:defRPr>
            </a:lvl9pPr>
          </a:lstStyle>
          <a:p xmlns:a="http://schemas.openxmlformats.org/drawingml/2006/main">
            <a:pPr>
              <a:defRPr sz="3300" b="1">
                <a:solidFill>
                  <a:srgbClr val="14264E"/>
                </a:solidFill>
              </a:defRPr>
            </a:pPr>
            <a:r>
              <a:rPr sz="3300" b="1">
                <a:solidFill>
                  <a:srgbClr val="14264E"/>
                </a:solidFill>
              </a:rPr>
              <a:t>Hipótesis y foco de la prueba</a:t>
            </a:r>
          </a:p>
        </p:txBody>
      </p:sp>
      <p:sp>
        <p:nvSpPr>
          <p:cNvPr id="6" name="">
            <a:extLst xmlns:a="http://schemas.openxmlformats.org/drawingml/2006/main">
              <a:ext uri="{FF2B5EF4-FFF2-40B4-BE49-F238E27FC236}">
                <a16:creationId xmlns:a16="http://schemas.microsoft.com/office/drawing/2014/main" id="{3AF19A01-F059-4267-A540-5F6EB3A211CE}"/>
              </a:ext>
            </a:extLst>
          </p:cNvPr>
          <p:cNvSpPr>
            <a:spLocks xmlns:a="http://schemas.openxmlformats.org/drawingml/2006/main" noGrp="1"/>
          </p:cNvSpPr>
          <p:nvPr/>
        </p:nvSpPr>
        <p:spPr>
          <a:xfrm xmlns:a="http://schemas.openxmlformats.org/drawingml/2006/main">
            <a:off x="609600" y="19240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657187"/>
                </a:solidFill>
              </a:defRPr>
            </a:defPPr>
            <a:lvl1pPr>
              <a:defRPr sz="1725" b="0">
                <a:solidFill>
                  <a:srgbClr val="657187"/>
                </a:solidFill>
              </a:defRPr>
            </a:lvl1pPr>
            <a:lvl2pPr>
              <a:defRPr sz="1725" b="0">
                <a:solidFill>
                  <a:srgbClr val="657187"/>
                </a:solidFill>
              </a:defRPr>
            </a:lvl2pPr>
            <a:lvl3pPr>
              <a:defRPr sz="1725" b="0">
                <a:solidFill>
                  <a:srgbClr val="657187"/>
                </a:solidFill>
              </a:defRPr>
            </a:lvl3pPr>
            <a:lvl4pPr>
              <a:defRPr sz="1725" b="0">
                <a:solidFill>
                  <a:srgbClr val="657187"/>
                </a:solidFill>
              </a:defRPr>
            </a:lvl4pPr>
            <a:lvl5pPr>
              <a:defRPr sz="1725" b="0">
                <a:solidFill>
                  <a:srgbClr val="657187"/>
                </a:solidFill>
              </a:defRPr>
            </a:lvl5pPr>
            <a:lvl6pPr>
              <a:defRPr sz="1725" b="0">
                <a:solidFill>
                  <a:srgbClr val="657187"/>
                </a:solidFill>
              </a:defRPr>
            </a:lvl6pPr>
            <a:lvl7pPr>
              <a:defRPr sz="1725" b="0">
                <a:solidFill>
                  <a:srgbClr val="657187"/>
                </a:solidFill>
              </a:defRPr>
            </a:lvl7pPr>
            <a:lvl8pPr>
              <a:defRPr sz="1725" b="0">
                <a:solidFill>
                  <a:srgbClr val="657187"/>
                </a:solidFill>
              </a:defRPr>
            </a:lvl8pPr>
            <a:lvl9pPr>
              <a:defRPr sz="1725" b="0">
                <a:solidFill>
                  <a:srgbClr val="657187"/>
                </a:solidFill>
              </a:defRPr>
            </a:lvl9pPr>
          </a:lstStyle>
          <a:p xmlns:a="http://schemas.openxmlformats.org/drawingml/2006/main">
            <a:pPr>
              <a:defRPr sz="1725" b="0">
                <a:solidFill>
                  <a:srgbClr val="657187"/>
                </a:solidFill>
              </a:defRPr>
            </a:pPr>
            <a:r>
              <a:rPr sz="1725" b="0">
                <a:solidFill>
                  <a:srgbClr val="657187"/>
                </a:solidFill>
              </a:rPr>
              <a:t>Conservamos las seis hipótesis; observamos principalmente H1, H2, H3 y H5.</a:t>
            </a:r>
          </a:p>
        </p:txBody>
      </p:sp>
      <p:sp>
        <p:nvSpPr>
          <p:cNvPr id="7" name="">
            <a:extLst xmlns:a="http://schemas.openxmlformats.org/drawingml/2006/main">
              <a:ext uri="{FF2B5EF4-FFF2-40B4-BE49-F238E27FC236}">
                <a16:creationId xmlns:a16="http://schemas.microsoft.com/office/drawing/2014/main" id="{800983BC-7B2A-4A17-B45F-89473BC82778}"/>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ADFE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5C98502-61EE-42B2-AAFE-89AB4FA005B0}"/>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657187"/>
                </a:solidFill>
              </a:defRPr>
            </a:defPPr>
            <a:lvl1pPr>
              <a:defRPr sz="900" b="0">
                <a:solidFill>
                  <a:srgbClr val="657187"/>
                </a:solidFill>
              </a:defRPr>
            </a:lvl1pPr>
            <a:lvl2pPr>
              <a:defRPr sz="900" b="0">
                <a:solidFill>
                  <a:srgbClr val="657187"/>
                </a:solidFill>
              </a:defRPr>
            </a:lvl2pPr>
            <a:lvl3pPr>
              <a:defRPr sz="900" b="0">
                <a:solidFill>
                  <a:srgbClr val="657187"/>
                </a:solidFill>
              </a:defRPr>
            </a:lvl3pPr>
            <a:lvl4pPr>
              <a:defRPr sz="900" b="0">
                <a:solidFill>
                  <a:srgbClr val="657187"/>
                </a:solidFill>
              </a:defRPr>
            </a:lvl4pPr>
            <a:lvl5pPr>
              <a:defRPr sz="900" b="0">
                <a:solidFill>
                  <a:srgbClr val="657187"/>
                </a:solidFill>
              </a:defRPr>
            </a:lvl5pPr>
            <a:lvl6pPr>
              <a:defRPr sz="900" b="0">
                <a:solidFill>
                  <a:srgbClr val="657187"/>
                </a:solidFill>
              </a:defRPr>
            </a:lvl6pPr>
            <a:lvl7pPr>
              <a:defRPr sz="900" b="0">
                <a:solidFill>
                  <a:srgbClr val="657187"/>
                </a:solidFill>
              </a:defRPr>
            </a:lvl7pPr>
            <a:lvl8pPr>
              <a:defRPr sz="900" b="0">
                <a:solidFill>
                  <a:srgbClr val="657187"/>
                </a:solidFill>
              </a:defRPr>
            </a:lvl8pPr>
            <a:lvl9pPr>
              <a:defRPr sz="900" b="0">
                <a:solidFill>
                  <a:srgbClr val="657187"/>
                </a:solidFill>
              </a:defRPr>
            </a:lvl9pPr>
          </a:lstStyle>
          <a:p xmlns:a="http://schemas.openxmlformats.org/drawingml/2006/main">
            <a:pPr>
              <a:defRPr sz="900" b="0">
                <a:solidFill>
                  <a:srgbClr val="657187"/>
                </a:solidFill>
              </a:defRPr>
            </a:pPr>
            <a:r>
              <a:rPr sz="900" b="0">
                <a:solidFill>
                  <a:srgbClr val="657187"/>
                </a:solidFill>
              </a:rPr>
              <a:t>Prototipo académico · Demostración sin cobros reales</a:t>
            </a:r>
          </a:p>
        </p:txBody>
      </p:sp>
      <p:graphicFrame>
        <p:nvGraphicFramePr>
          <p:cNvPr id="9" name="">
            <a:extLst xmlns:a="http://schemas.openxmlformats.org/drawingml/2006/main">
              <a:ext uri="{FF2B5EF4-FFF2-40B4-BE49-F238E27FC236}">
                <a16:creationId xmlns:a16="http://schemas.microsoft.com/office/drawing/2014/main" id="{E692CA57-C1C6-4706-ABAA-30ABADE90DF1}"/>
              </a:ext>
            </a:extLst>
          </p:cNvPr>
          <p:cNvGraphicFramePr/>
          <p:nvPr/>
        </p:nvGraphicFramePr>
        <p:xfrm>
          <a:off xmlns:a="http://schemas.openxmlformats.org/drawingml/2006/main" x="609600" y="2667000"/>
          <a:ext xmlns:a="http://schemas.openxmlformats.org/drawingml/2006/main" cx="10972800" cy="3143250"/>
        </p:xfrm>
        <a:graphic xmlns:a="http://schemas.openxmlformats.org/drawingml/2006/main">
          <a:graphicData uri="http://schemas.openxmlformats.org/drawingml/2006/table">
            <a:tbl>
              <a:tblPr/>
              <a:tblGrid>
                <a:gridCol w="2190750"/>
                <a:gridCol w="3905250"/>
                <a:gridCol w="4876800"/>
              </a:tblGrid>
              <a:tr h="457200">
                <a:tc>
                  <a:txBody>
                    <a:bodyPr/>
                    <a:lstStyle/>
                    <a:p>
                      <a:r>
                        <a:rPr sz="1350" b="1">
                          <a:solidFill>
                            <a:srgbClr val="FFFFFF"/>
                          </a:solidFill>
                        </a:rPr>
                        <a:t>Hipótesis</a:t>
                      </a:r>
                    </a:p>
                  </a:txBody>
                  <a:tcPr marL="91440" marR="91440" marT="45720" marB="45720">
                    <a:lnL w="9525">
                      <a:solidFill>
                        <a:srgbClr val="DADFE6"/>
                      </a:solidFill>
                      <a:prstDash val="solid"/>
                    </a:lnL>
                    <a:lnR w="9525">
                      <a:solidFill>
                        <a:srgbClr val="DADFE6"/>
                      </a:solidFill>
                      <a:prstDash val="solid"/>
                    </a:lnR>
                    <a:lnT w="9525">
                      <a:solidFill>
                        <a:srgbClr val="DADFE6"/>
                      </a:solidFill>
                      <a:prstDash val="solid"/>
                    </a:lnT>
                    <a:lnB w="9525">
                      <a:solidFill>
                        <a:srgbClr val="DADFE6"/>
                      </a:solidFill>
                      <a:prstDash val="solid"/>
                    </a:lnB>
                    <a:solidFill>
                      <a:srgbClr val="14264E"/>
                    </a:solidFill>
                  </a:tcPr>
                </a:tc>
                <a:tc>
                  <a:txBody>
                    <a:bodyPr/>
                    <a:lstStyle/>
                    <a:p>
                      <a:r>
                        <a:rPr sz="1350" b="1">
                          <a:solidFill>
                            <a:srgbClr val="FFFFFF"/>
                          </a:solidFill>
                        </a:rPr>
                        <a:t>Problema supuesto</a:t>
                      </a:r>
                    </a:p>
                  </a:txBody>
                  <a:tcPr marL="91440" marR="91440" marT="45720" marB="45720">
                    <a:lnR w="9525">
                      <a:solidFill>
                        <a:srgbClr val="DADFE6"/>
                      </a:solidFill>
                      <a:prstDash val="solid"/>
                    </a:lnR>
                    <a:lnT w="9525">
                      <a:solidFill>
                        <a:srgbClr val="DADFE6"/>
                      </a:solidFill>
                      <a:prstDash val="solid"/>
                    </a:lnT>
                    <a:lnB w="9525">
                      <a:solidFill>
                        <a:srgbClr val="DADFE6"/>
                      </a:solidFill>
                      <a:prstDash val="solid"/>
                    </a:lnB>
                    <a:solidFill>
                      <a:srgbClr val="14264E"/>
                    </a:solidFill>
                  </a:tcPr>
                </a:tc>
                <a:tc>
                  <a:txBody>
                    <a:bodyPr/>
                    <a:lstStyle/>
                    <a:p>
                      <a:r>
                        <a:rPr sz="1350" b="1">
                          <a:solidFill>
                            <a:srgbClr val="FFFFFF"/>
                          </a:solidFill>
                        </a:rPr>
                        <a:t>Qué podemos observar</a:t>
                      </a:r>
                    </a:p>
                  </a:txBody>
                  <a:tcPr marL="91440" marR="91440" marT="45720" marB="45720">
                    <a:lnR w="9525">
                      <a:solidFill>
                        <a:srgbClr val="DADFE6"/>
                      </a:solidFill>
                      <a:prstDash val="solid"/>
                    </a:lnR>
                    <a:lnT w="9525">
                      <a:solidFill>
                        <a:srgbClr val="DADFE6"/>
                      </a:solidFill>
                      <a:prstDash val="solid"/>
                    </a:lnT>
                    <a:lnB w="9525">
                      <a:solidFill>
                        <a:srgbClr val="DADFE6"/>
                      </a:solidFill>
                      <a:prstDash val="solid"/>
                    </a:lnB>
                    <a:solidFill>
                      <a:srgbClr val="14264E"/>
                    </a:solidFill>
                  </a:tcPr>
                </a:tc>
              </a:tr>
              <a:tr h="537210">
                <a:tc>
                  <a:txBody>
                    <a:bodyPr/>
                    <a:lstStyle/>
                    <a:p>
                      <a:r>
                        <a:rPr sz="1500" b="0">
                          <a:solidFill>
                            <a:srgbClr val="233451"/>
                          </a:solidFill>
                        </a:rPr>
                        <a:t>H1 · Prioritaria</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FFFFF"/>
                    </a:solidFill>
                  </a:tcPr>
                </a:tc>
                <a:tc>
                  <a:txBody>
                    <a:bodyPr/>
                    <a:lstStyle/>
                    <a:p>
                      <a:r>
                        <a:rPr sz="1500" b="0">
                          <a:solidFill>
                            <a:srgbClr val="233451"/>
                          </a:solidFill>
                        </a:rPr>
                        <a:t>Desorganización y olvido</a:t>
                      </a:r>
                    </a:p>
                  </a:txBody>
                  <a:tcPr marL="91440" marR="91440" marT="45720" marB="45720">
                    <a:lnR w="9525">
                      <a:solidFill>
                        <a:srgbClr val="DADFE6"/>
                      </a:solidFill>
                      <a:prstDash val="solid"/>
                    </a:lnR>
                    <a:lnB w="9525">
                      <a:solidFill>
                        <a:srgbClr val="DADFE6"/>
                      </a:solidFill>
                      <a:prstDash val="solid"/>
                    </a:lnB>
                    <a:solidFill>
                      <a:srgbClr val="FFFFFF"/>
                    </a:solidFill>
                  </a:tcPr>
                </a:tc>
                <a:tc>
                  <a:txBody>
                    <a:bodyPr/>
                    <a:lstStyle/>
                    <a:p>
                      <a:r>
                        <a:rPr sz="1500" b="0">
                          <a:solidFill>
                            <a:srgbClr val="233451"/>
                          </a:solidFill>
                        </a:rPr>
                        <a:t>Reconoce qué debe y qué pagar primero</a:t>
                      </a:r>
                    </a:p>
                  </a:txBody>
                  <a:tcPr marL="91440" marR="91440" marT="45720" marB="45720">
                    <a:lnR w="9525">
                      <a:solidFill>
                        <a:srgbClr val="DADFE6"/>
                      </a:solidFill>
                      <a:prstDash val="solid"/>
                    </a:lnR>
                    <a:lnB w="9525">
                      <a:solidFill>
                        <a:srgbClr val="DADFE6"/>
                      </a:solidFill>
                      <a:prstDash val="solid"/>
                    </a:lnB>
                    <a:solidFill>
                      <a:srgbClr val="FFFFFF"/>
                    </a:solidFill>
                  </a:tcPr>
                </a:tc>
              </a:tr>
              <a:tr h="537210">
                <a:tc>
                  <a:txBody>
                    <a:bodyPr/>
                    <a:lstStyle/>
                    <a:p>
                      <a:r>
                        <a:rPr sz="1500" b="0">
                          <a:solidFill>
                            <a:srgbClr val="233451"/>
                          </a:solidFill>
                        </a:rPr>
                        <a:t>H2</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0F1F3"/>
                    </a:solidFill>
                  </a:tcPr>
                </a:tc>
                <a:tc>
                  <a:txBody>
                    <a:bodyPr/>
                    <a:lstStyle/>
                    <a:p>
                      <a:r>
                        <a:rPr sz="1500" b="0">
                          <a:solidFill>
                            <a:srgbClr val="233451"/>
                          </a:solidFill>
                        </a:rPr>
                        <a:t>No distingue lo vencido</a:t>
                      </a:r>
                    </a:p>
                  </a:txBody>
                  <a:tcPr marL="91440" marR="91440" marT="45720" marB="45720">
                    <a:lnR w="9525">
                      <a:solidFill>
                        <a:srgbClr val="DADFE6"/>
                      </a:solidFill>
                      <a:prstDash val="solid"/>
                    </a:lnR>
                    <a:lnB w="9525">
                      <a:solidFill>
                        <a:srgbClr val="DADFE6"/>
                      </a:solidFill>
                      <a:prstDash val="solid"/>
                    </a:lnB>
                    <a:solidFill>
                      <a:srgbClr val="F0F1F3"/>
                    </a:solidFill>
                  </a:tcPr>
                </a:tc>
                <a:tc>
                  <a:txBody>
                    <a:bodyPr/>
                    <a:lstStyle/>
                    <a:p>
                      <a:r>
                        <a:rPr sz="1500" b="0">
                          <a:solidFill>
                            <a:srgbClr val="233451"/>
                          </a:solidFill>
                        </a:rPr>
                        <a:t>Identifica estados y utiliza filtros</a:t>
                      </a:r>
                    </a:p>
                  </a:txBody>
                  <a:tcPr marL="91440" marR="91440" marT="45720" marB="45720">
                    <a:lnR w="9525">
                      <a:solidFill>
                        <a:srgbClr val="DADFE6"/>
                      </a:solidFill>
                      <a:prstDash val="solid"/>
                    </a:lnR>
                    <a:lnB w="9525">
                      <a:solidFill>
                        <a:srgbClr val="DADFE6"/>
                      </a:solidFill>
                      <a:prstDash val="solid"/>
                    </a:lnB>
                    <a:solidFill>
                      <a:srgbClr val="F0F1F3"/>
                    </a:solidFill>
                  </a:tcPr>
                </a:tc>
              </a:tr>
              <a:tr h="537210">
                <a:tc>
                  <a:txBody>
                    <a:bodyPr/>
                    <a:lstStyle/>
                    <a:p>
                      <a:r>
                        <a:rPr sz="1500" b="0">
                          <a:solidFill>
                            <a:srgbClr val="233451"/>
                          </a:solidFill>
                        </a:rPr>
                        <a:t>H3 + H5</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FFFFF"/>
                    </a:solidFill>
                  </a:tcPr>
                </a:tc>
                <a:tc>
                  <a:txBody>
                    <a:bodyPr/>
                    <a:lstStyle/>
                    <a:p>
                      <a:r>
                        <a:rPr sz="1500" b="0">
                          <a:solidFill>
                            <a:srgbClr val="233451"/>
                          </a:solidFill>
                        </a:rPr>
                        <a:t>Dudas sobre proceso e intereses</a:t>
                      </a:r>
                    </a:p>
                  </a:txBody>
                  <a:tcPr marL="91440" marR="91440" marT="45720" marB="45720">
                    <a:lnR w="9525">
                      <a:solidFill>
                        <a:srgbClr val="DADFE6"/>
                      </a:solidFill>
                      <a:prstDash val="solid"/>
                    </a:lnR>
                    <a:lnB w="9525">
                      <a:solidFill>
                        <a:srgbClr val="DADFE6"/>
                      </a:solidFill>
                      <a:prstDash val="solid"/>
                    </a:lnB>
                    <a:solidFill>
                      <a:srgbClr val="FFFFFF"/>
                    </a:solidFill>
                  </a:tcPr>
                </a:tc>
                <a:tc>
                  <a:txBody>
                    <a:bodyPr/>
                    <a:lstStyle/>
                    <a:p>
                      <a:r>
                        <a:rPr sz="1500" b="0">
                          <a:solidFill>
                            <a:srgbClr val="233451"/>
                          </a:solidFill>
                        </a:rPr>
                        <a:t>Explica selección e importe antes de confirmar</a:t>
                      </a:r>
                    </a:p>
                  </a:txBody>
                  <a:tcPr marL="91440" marR="91440" marT="45720" marB="45720">
                    <a:lnR w="9525">
                      <a:solidFill>
                        <a:srgbClr val="DADFE6"/>
                      </a:solidFill>
                      <a:prstDash val="solid"/>
                    </a:lnR>
                    <a:lnB w="9525">
                      <a:solidFill>
                        <a:srgbClr val="DADFE6"/>
                      </a:solidFill>
                      <a:prstDash val="solid"/>
                    </a:lnB>
                    <a:solidFill>
                      <a:srgbClr val="FFFFFF"/>
                    </a:solidFill>
                  </a:tcPr>
                </a:tc>
              </a:tr>
              <a:tr h="537210">
                <a:tc>
                  <a:txBody>
                    <a:bodyPr/>
                    <a:lstStyle/>
                    <a:p>
                      <a:r>
                        <a:rPr sz="1500" b="0">
                          <a:solidFill>
                            <a:srgbClr val="233451"/>
                          </a:solidFill>
                        </a:rPr>
                        <a:t>H6 · Exploratoria</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0F1F3"/>
                    </a:solidFill>
                  </a:tcPr>
                </a:tc>
                <a:tc>
                  <a:txBody>
                    <a:bodyPr/>
                    <a:lstStyle/>
                    <a:p>
                      <a:r>
                        <a:rPr sz="1500" b="0">
                          <a:solidFill>
                            <a:srgbClr val="233451"/>
                          </a:solidFill>
                        </a:rPr>
                        <a:t>No puede pagar todo junto</a:t>
                      </a:r>
                    </a:p>
                  </a:txBody>
                  <a:tcPr marL="91440" marR="91440" marT="45720" marB="45720">
                    <a:lnR w="9525">
                      <a:solidFill>
                        <a:srgbClr val="DADFE6"/>
                      </a:solidFill>
                      <a:prstDash val="solid"/>
                    </a:lnR>
                    <a:lnB w="9525">
                      <a:solidFill>
                        <a:srgbClr val="DADFE6"/>
                      </a:solidFill>
                      <a:prstDash val="solid"/>
                    </a:lnB>
                    <a:solidFill>
                      <a:srgbClr val="F0F1F3"/>
                    </a:solidFill>
                  </a:tcPr>
                </a:tc>
                <a:tc>
                  <a:txBody>
                    <a:bodyPr/>
                    <a:lstStyle/>
                    <a:p>
                      <a:r>
                        <a:rPr sz="1500" b="0">
                          <a:solidFill>
                            <a:srgbClr val="233451"/>
                          </a:solidFill>
                        </a:rPr>
                        <a:t>Puede seleccionar periodos completos</a:t>
                      </a:r>
                    </a:p>
                  </a:txBody>
                  <a:tcPr marL="91440" marR="91440" marT="45720" marB="45720">
                    <a:lnR w="9525">
                      <a:solidFill>
                        <a:srgbClr val="DADFE6"/>
                      </a:solidFill>
                      <a:prstDash val="solid"/>
                    </a:lnR>
                    <a:lnB w="9525">
                      <a:solidFill>
                        <a:srgbClr val="DADFE6"/>
                      </a:solidFill>
                      <a:prstDash val="solid"/>
                    </a:lnB>
                    <a:solidFill>
                      <a:srgbClr val="F0F1F3"/>
                    </a:solidFill>
                  </a:tcPr>
                </a:tc>
              </a:tr>
              <a:tr h="537210">
                <a:tc>
                  <a:txBody>
                    <a:bodyPr/>
                    <a:lstStyle/>
                    <a:p>
                      <a:r>
                        <a:rPr sz="1500" b="0">
                          <a:solidFill>
                            <a:srgbClr val="233451"/>
                          </a:solidFill>
                        </a:rPr>
                        <a:t>H4 · Transversal</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FFFFF"/>
                    </a:solidFill>
                  </a:tcPr>
                </a:tc>
                <a:tc>
                  <a:txBody>
                    <a:bodyPr/>
                    <a:lstStyle/>
                    <a:p>
                      <a:r>
                        <a:rPr sz="1500" b="0">
                          <a:solidFill>
                            <a:srgbClr val="233451"/>
                          </a:solidFill>
                        </a:rPr>
                        <a:t>Proceso engorroso</a:t>
                      </a:r>
                    </a:p>
                  </a:txBody>
                  <a:tcPr marL="91440" marR="91440" marT="45720" marB="45720">
                    <a:lnR w="9525">
                      <a:solidFill>
                        <a:srgbClr val="DADFE6"/>
                      </a:solidFill>
                      <a:prstDash val="solid"/>
                    </a:lnR>
                    <a:lnB w="9525">
                      <a:solidFill>
                        <a:srgbClr val="DADFE6"/>
                      </a:solidFill>
                      <a:prstDash val="solid"/>
                    </a:lnB>
                    <a:solidFill>
                      <a:srgbClr val="FFFFFF"/>
                    </a:solidFill>
                  </a:tcPr>
                </a:tc>
                <a:tc>
                  <a:txBody>
                    <a:bodyPr/>
                    <a:lstStyle/>
                    <a:p>
                      <a:r>
                        <a:rPr sz="1500" b="0">
                          <a:solidFill>
                            <a:srgbClr val="233451"/>
                          </a:solidFill>
                        </a:rPr>
                        <a:t>Pasos, dudas y necesidad de ayuda</a:t>
                      </a:r>
                    </a:p>
                  </a:txBody>
                  <a:tcPr marL="91440" marR="91440" marT="45720" marB="45720">
                    <a:lnR w="9525">
                      <a:solidFill>
                        <a:srgbClr val="DADFE6"/>
                      </a:solidFill>
                      <a:prstDash val="solid"/>
                    </a:lnR>
                    <a:lnB w="9525">
                      <a:solidFill>
                        <a:srgbClr val="DADFE6"/>
                      </a:solidFill>
                      <a:prstDash val="solid"/>
                    </a:lnB>
                    <a:solidFill>
                      <a:srgbClr val="FFFFFF"/>
                    </a:solidFill>
                  </a:tcPr>
                </a:tc>
              </a:tr>
            </a:tbl>
          </a:graphicData>
        </a:graphic>
      </p:graphicFrame>
    </p:spTree>
    <p:extLst>
      <p:ext uri="{BB962C8B-B14F-4D97-AF65-F5344CB8AC3E}">
        <p14:creationId xmlns:p14="http://schemas.microsoft.com/office/powerpoint/2010/main" val="166644318"/>
      </p:ext>
    </p:extLst>
  </p:cSld>
</p:sld>
</file>

<file path=ppt/slides/slide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186BDAF-24DE-4946-9BFA-981E88235943}"/>
              </a:ext>
            </a:extLst>
          </p:cNvPr>
          <p:cNvSpPr>
            <a:spLocks xmlns:a="http://schemas.openxmlformats.org/drawingml/2006/main" noGrp="1"/>
          </p:cNvSpPr>
          <p:nvPr/>
        </p:nvSpPr>
        <p:spPr>
          <a:xfrm xmlns:a="http://schemas.openxmlformats.org/drawingml/2006/main">
            <a:off x="609600" y="533400"/>
            <a:ext cx="419100" cy="38100"/>
          </a:xfrm>
          <a:prstGeom xmlns:a="http://schemas.openxmlformats.org/drawingml/2006/main" prst="rect">
            <a:avLst/>
          </a:prstGeom>
          <a:solidFill xmlns:a="http://schemas.openxmlformats.org/drawingml/2006/main">
            <a:srgbClr val="A17D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574D8A7-1F05-446F-B5BF-086C4980C5F5}"/>
              </a:ext>
            </a:extLst>
          </p:cNvPr>
          <p:cNvSpPr>
            <a:spLocks xmlns:a="http://schemas.openxmlformats.org/drawingml/2006/main" noGrp="1"/>
          </p:cNvSpPr>
          <p:nvPr/>
        </p:nvSpPr>
        <p:spPr>
          <a:xfrm xmlns:a="http://schemas.openxmlformats.org/drawingml/2006/main">
            <a:off x="1181100" y="3810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1">
                <a:solidFill>
                  <a:srgbClr val="A17D2B"/>
                </a:solidFill>
              </a:defRPr>
            </a:defPPr>
            <a:lvl1pPr>
              <a:defRPr sz="975" b="1">
                <a:solidFill>
                  <a:srgbClr val="A17D2B"/>
                </a:solidFill>
              </a:defRPr>
            </a:lvl1pPr>
            <a:lvl2pPr>
              <a:defRPr sz="975" b="1">
                <a:solidFill>
                  <a:srgbClr val="A17D2B"/>
                </a:solidFill>
              </a:defRPr>
            </a:lvl2pPr>
            <a:lvl3pPr>
              <a:defRPr sz="975" b="1">
                <a:solidFill>
                  <a:srgbClr val="A17D2B"/>
                </a:solidFill>
              </a:defRPr>
            </a:lvl3pPr>
            <a:lvl4pPr>
              <a:defRPr sz="975" b="1">
                <a:solidFill>
                  <a:srgbClr val="A17D2B"/>
                </a:solidFill>
              </a:defRPr>
            </a:lvl4pPr>
            <a:lvl5pPr>
              <a:defRPr sz="975" b="1">
                <a:solidFill>
                  <a:srgbClr val="A17D2B"/>
                </a:solidFill>
              </a:defRPr>
            </a:lvl5pPr>
            <a:lvl6pPr>
              <a:defRPr sz="975" b="1">
                <a:solidFill>
                  <a:srgbClr val="A17D2B"/>
                </a:solidFill>
              </a:defRPr>
            </a:lvl6pPr>
            <a:lvl7pPr>
              <a:defRPr sz="975" b="1">
                <a:solidFill>
                  <a:srgbClr val="A17D2B"/>
                </a:solidFill>
              </a:defRPr>
            </a:lvl7pPr>
            <a:lvl8pPr>
              <a:defRPr sz="975" b="1">
                <a:solidFill>
                  <a:srgbClr val="A17D2B"/>
                </a:solidFill>
              </a:defRPr>
            </a:lvl8pPr>
            <a:lvl9pPr>
              <a:defRPr sz="975" b="1">
                <a:solidFill>
                  <a:srgbClr val="A17D2B"/>
                </a:solidFill>
              </a:defRPr>
            </a:lvl9pPr>
          </a:lstStyle>
          <a:p xmlns:a="http://schemas.openxmlformats.org/drawingml/2006/main">
            <a:pPr>
              <a:defRPr sz="975" b="1">
                <a:solidFill>
                  <a:srgbClr val="A17D2B"/>
                </a:solidFill>
              </a:defRPr>
            </a:pPr>
            <a:r>
              <a:rPr sz="975" b="1">
                <a:solidFill>
                  <a:srgbClr val="A17D2B"/>
                </a:solidFill>
              </a:rPr>
              <a:t>TRIBUTAFÁCIL / GRUPO 4</a:t>
            </a:r>
          </a:p>
        </p:txBody>
      </p:sp>
      <p:sp>
        <p:nvSpPr>
          <p:cNvPr id="4" name="">
            <a:extLst xmlns:a="http://schemas.openxmlformats.org/drawingml/2006/main">
              <a:ext uri="{FF2B5EF4-FFF2-40B4-BE49-F238E27FC236}">
                <a16:creationId xmlns:a16="http://schemas.microsoft.com/office/drawing/2014/main" id="{B0C396CD-89DC-4F24-B46C-99E396D271FC}"/>
              </a:ext>
            </a:extLst>
          </p:cNvPr>
          <p:cNvSpPr>
            <a:spLocks xmlns:a="http://schemas.openxmlformats.org/drawingml/2006/main" noGrp="1"/>
          </p:cNvSpPr>
          <p:nvPr/>
        </p:nvSpPr>
        <p:spPr>
          <a:xfrm xmlns:a="http://schemas.openxmlformats.org/drawingml/2006/main">
            <a:off x="11049000" y="38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657187"/>
                </a:solidFill>
              </a:defRPr>
            </a:defPPr>
            <a:lvl1pPr>
              <a:defRPr sz="1050" b="0">
                <a:solidFill>
                  <a:srgbClr val="657187"/>
                </a:solidFill>
              </a:defRPr>
            </a:lvl1pPr>
            <a:lvl2pPr>
              <a:defRPr sz="1050" b="0">
                <a:solidFill>
                  <a:srgbClr val="657187"/>
                </a:solidFill>
              </a:defRPr>
            </a:lvl2pPr>
            <a:lvl3pPr>
              <a:defRPr sz="1050" b="0">
                <a:solidFill>
                  <a:srgbClr val="657187"/>
                </a:solidFill>
              </a:defRPr>
            </a:lvl3pPr>
            <a:lvl4pPr>
              <a:defRPr sz="1050" b="0">
                <a:solidFill>
                  <a:srgbClr val="657187"/>
                </a:solidFill>
              </a:defRPr>
            </a:lvl4pPr>
            <a:lvl5pPr>
              <a:defRPr sz="1050" b="0">
                <a:solidFill>
                  <a:srgbClr val="657187"/>
                </a:solidFill>
              </a:defRPr>
            </a:lvl5pPr>
            <a:lvl6pPr>
              <a:defRPr sz="1050" b="0">
                <a:solidFill>
                  <a:srgbClr val="657187"/>
                </a:solidFill>
              </a:defRPr>
            </a:lvl6pPr>
            <a:lvl7pPr>
              <a:defRPr sz="1050" b="0">
                <a:solidFill>
                  <a:srgbClr val="657187"/>
                </a:solidFill>
              </a:defRPr>
            </a:lvl7pPr>
            <a:lvl8pPr>
              <a:defRPr sz="1050" b="0">
                <a:solidFill>
                  <a:srgbClr val="657187"/>
                </a:solidFill>
              </a:defRPr>
            </a:lvl8pPr>
            <a:lvl9pPr>
              <a:defRPr sz="1050" b="0">
                <a:solidFill>
                  <a:srgbClr val="657187"/>
                </a:solidFill>
              </a:defRPr>
            </a:lvl9pPr>
          </a:lstStyle>
          <a:p xmlns:a="http://schemas.openxmlformats.org/drawingml/2006/main">
            <a:pPr>
              <a:defRPr sz="1050" b="0">
                <a:solidFill>
                  <a:srgbClr val="657187"/>
                </a:solidFill>
              </a:defRPr>
            </a:pPr>
            <a:r>
              <a:rPr sz="1050" b="0">
                <a:solidFill>
                  <a:srgbClr val="657187"/>
                </a:solidFill>
              </a:rPr>
              <a:t>05</a:t>
            </a:r>
          </a:p>
        </p:txBody>
      </p:sp>
      <p:sp>
        <p:nvSpPr>
          <p:cNvPr id="5" name="">
            <a:extLst xmlns:a="http://schemas.openxmlformats.org/drawingml/2006/main">
              <a:ext uri="{FF2B5EF4-FFF2-40B4-BE49-F238E27FC236}">
                <a16:creationId xmlns:a16="http://schemas.microsoft.com/office/drawing/2014/main" id="{CF982698-AC24-4081-BBBF-7C2545EE88AC}"/>
              </a:ext>
            </a:extLst>
          </p:cNvPr>
          <p:cNvSpPr>
            <a:spLocks xmlns:a="http://schemas.openxmlformats.org/drawingml/2006/main" noGrp="1"/>
          </p:cNvSpPr>
          <p:nvPr/>
        </p:nvSpPr>
        <p:spPr>
          <a:xfrm xmlns:a="http://schemas.openxmlformats.org/drawingml/2006/main">
            <a:off x="609600" y="1028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4264E"/>
                </a:solidFill>
              </a:defRPr>
            </a:defPPr>
            <a:lvl1pPr>
              <a:defRPr sz="3300" b="1">
                <a:solidFill>
                  <a:srgbClr val="14264E"/>
                </a:solidFill>
              </a:defRPr>
            </a:lvl1pPr>
            <a:lvl2pPr>
              <a:defRPr sz="3300" b="1">
                <a:solidFill>
                  <a:srgbClr val="14264E"/>
                </a:solidFill>
              </a:defRPr>
            </a:lvl2pPr>
            <a:lvl3pPr>
              <a:defRPr sz="3300" b="1">
                <a:solidFill>
                  <a:srgbClr val="14264E"/>
                </a:solidFill>
              </a:defRPr>
            </a:lvl3pPr>
            <a:lvl4pPr>
              <a:defRPr sz="3300" b="1">
                <a:solidFill>
                  <a:srgbClr val="14264E"/>
                </a:solidFill>
              </a:defRPr>
            </a:lvl4pPr>
            <a:lvl5pPr>
              <a:defRPr sz="3300" b="1">
                <a:solidFill>
                  <a:srgbClr val="14264E"/>
                </a:solidFill>
              </a:defRPr>
            </a:lvl5pPr>
            <a:lvl6pPr>
              <a:defRPr sz="3300" b="1">
                <a:solidFill>
                  <a:srgbClr val="14264E"/>
                </a:solidFill>
              </a:defRPr>
            </a:lvl6pPr>
            <a:lvl7pPr>
              <a:defRPr sz="3300" b="1">
                <a:solidFill>
                  <a:srgbClr val="14264E"/>
                </a:solidFill>
              </a:defRPr>
            </a:lvl7pPr>
            <a:lvl8pPr>
              <a:defRPr sz="3300" b="1">
                <a:solidFill>
                  <a:srgbClr val="14264E"/>
                </a:solidFill>
              </a:defRPr>
            </a:lvl8pPr>
            <a:lvl9pPr>
              <a:defRPr sz="3300" b="1">
                <a:solidFill>
                  <a:srgbClr val="14264E"/>
                </a:solidFill>
              </a:defRPr>
            </a:lvl9pPr>
          </a:lstStyle>
          <a:p xmlns:a="http://schemas.openxmlformats.org/drawingml/2006/main">
            <a:pPr>
              <a:defRPr sz="3300" b="1">
                <a:solidFill>
                  <a:srgbClr val="14264E"/>
                </a:solidFill>
              </a:defRPr>
            </a:pPr>
            <a:r>
              <a:rPr sz="3300" b="1">
                <a:solidFill>
                  <a:srgbClr val="14264E"/>
                </a:solidFill>
              </a:rPr>
              <a:t>Alcance del MVP</a:t>
            </a:r>
          </a:p>
        </p:txBody>
      </p:sp>
      <p:sp>
        <p:nvSpPr>
          <p:cNvPr id="6" name="">
            <a:extLst xmlns:a="http://schemas.openxmlformats.org/drawingml/2006/main">
              <a:ext uri="{FF2B5EF4-FFF2-40B4-BE49-F238E27FC236}">
                <a16:creationId xmlns:a16="http://schemas.microsoft.com/office/drawing/2014/main" id="{A6989439-BC1E-434F-AF44-DA5816EE7014}"/>
              </a:ext>
            </a:extLst>
          </p:cNvPr>
          <p:cNvSpPr>
            <a:spLocks xmlns:a="http://schemas.openxmlformats.org/drawingml/2006/main" noGrp="1"/>
          </p:cNvSpPr>
          <p:nvPr/>
        </p:nvSpPr>
        <p:spPr>
          <a:xfrm xmlns:a="http://schemas.openxmlformats.org/drawingml/2006/main">
            <a:off x="609600" y="19240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657187"/>
                </a:solidFill>
              </a:defRPr>
            </a:defPPr>
            <a:lvl1pPr>
              <a:defRPr sz="1725" b="0">
                <a:solidFill>
                  <a:srgbClr val="657187"/>
                </a:solidFill>
              </a:defRPr>
            </a:lvl1pPr>
            <a:lvl2pPr>
              <a:defRPr sz="1725" b="0">
                <a:solidFill>
                  <a:srgbClr val="657187"/>
                </a:solidFill>
              </a:defRPr>
            </a:lvl2pPr>
            <a:lvl3pPr>
              <a:defRPr sz="1725" b="0">
                <a:solidFill>
                  <a:srgbClr val="657187"/>
                </a:solidFill>
              </a:defRPr>
            </a:lvl3pPr>
            <a:lvl4pPr>
              <a:defRPr sz="1725" b="0">
                <a:solidFill>
                  <a:srgbClr val="657187"/>
                </a:solidFill>
              </a:defRPr>
            </a:lvl4pPr>
            <a:lvl5pPr>
              <a:defRPr sz="1725" b="0">
                <a:solidFill>
                  <a:srgbClr val="657187"/>
                </a:solidFill>
              </a:defRPr>
            </a:lvl5pPr>
            <a:lvl6pPr>
              <a:defRPr sz="1725" b="0">
                <a:solidFill>
                  <a:srgbClr val="657187"/>
                </a:solidFill>
              </a:defRPr>
            </a:lvl6pPr>
            <a:lvl7pPr>
              <a:defRPr sz="1725" b="0">
                <a:solidFill>
                  <a:srgbClr val="657187"/>
                </a:solidFill>
              </a:defRPr>
            </a:lvl7pPr>
            <a:lvl8pPr>
              <a:defRPr sz="1725" b="0">
                <a:solidFill>
                  <a:srgbClr val="657187"/>
                </a:solidFill>
              </a:defRPr>
            </a:lvl8pPr>
            <a:lvl9pPr>
              <a:defRPr sz="1725" b="0">
                <a:solidFill>
                  <a:srgbClr val="657187"/>
                </a:solidFill>
              </a:defRPr>
            </a:lvl9pPr>
          </a:lstStyle>
          <a:p xmlns:a="http://schemas.openxmlformats.org/drawingml/2006/main">
            <a:pPr>
              <a:defRPr sz="1725" b="0">
                <a:solidFill>
                  <a:srgbClr val="657187"/>
                </a:solidFill>
              </a:defRPr>
            </a:pPr>
            <a:r>
              <a:rPr sz="1725" b="0">
                <a:solidFill>
                  <a:srgbClr val="657187"/>
                </a:solidFill>
              </a:rPr>
              <a:t>Construimos lo necesario para ejecutar una tarea completa en clase.</a:t>
            </a:r>
          </a:p>
        </p:txBody>
      </p:sp>
      <p:sp>
        <p:nvSpPr>
          <p:cNvPr id="7" name="">
            <a:extLst xmlns:a="http://schemas.openxmlformats.org/drawingml/2006/main">
              <a:ext uri="{FF2B5EF4-FFF2-40B4-BE49-F238E27FC236}">
                <a16:creationId xmlns:a16="http://schemas.microsoft.com/office/drawing/2014/main" id="{06A7A442-297F-4C26-8F05-B5E733294094}"/>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ADFE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FA921DD-67B8-4B88-8E07-E6D108A1E29D}"/>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657187"/>
                </a:solidFill>
              </a:defRPr>
            </a:defPPr>
            <a:lvl1pPr>
              <a:defRPr sz="900" b="0">
                <a:solidFill>
                  <a:srgbClr val="657187"/>
                </a:solidFill>
              </a:defRPr>
            </a:lvl1pPr>
            <a:lvl2pPr>
              <a:defRPr sz="900" b="0">
                <a:solidFill>
                  <a:srgbClr val="657187"/>
                </a:solidFill>
              </a:defRPr>
            </a:lvl2pPr>
            <a:lvl3pPr>
              <a:defRPr sz="900" b="0">
                <a:solidFill>
                  <a:srgbClr val="657187"/>
                </a:solidFill>
              </a:defRPr>
            </a:lvl3pPr>
            <a:lvl4pPr>
              <a:defRPr sz="900" b="0">
                <a:solidFill>
                  <a:srgbClr val="657187"/>
                </a:solidFill>
              </a:defRPr>
            </a:lvl4pPr>
            <a:lvl5pPr>
              <a:defRPr sz="900" b="0">
                <a:solidFill>
                  <a:srgbClr val="657187"/>
                </a:solidFill>
              </a:defRPr>
            </a:lvl5pPr>
            <a:lvl6pPr>
              <a:defRPr sz="900" b="0">
                <a:solidFill>
                  <a:srgbClr val="657187"/>
                </a:solidFill>
              </a:defRPr>
            </a:lvl6pPr>
            <a:lvl7pPr>
              <a:defRPr sz="900" b="0">
                <a:solidFill>
                  <a:srgbClr val="657187"/>
                </a:solidFill>
              </a:defRPr>
            </a:lvl7pPr>
            <a:lvl8pPr>
              <a:defRPr sz="900" b="0">
                <a:solidFill>
                  <a:srgbClr val="657187"/>
                </a:solidFill>
              </a:defRPr>
            </a:lvl8pPr>
            <a:lvl9pPr>
              <a:defRPr sz="900" b="0">
                <a:solidFill>
                  <a:srgbClr val="657187"/>
                </a:solidFill>
              </a:defRPr>
            </a:lvl9pPr>
          </a:lstStyle>
          <a:p xmlns:a="http://schemas.openxmlformats.org/drawingml/2006/main">
            <a:pPr>
              <a:defRPr sz="900" b="0">
                <a:solidFill>
                  <a:srgbClr val="657187"/>
                </a:solidFill>
              </a:defRPr>
            </a:pPr>
            <a:r>
              <a:rPr sz="900" b="0">
                <a:solidFill>
                  <a:srgbClr val="657187"/>
                </a:solidFill>
              </a:rPr>
              <a:t>Prototipo académico · Demostración sin cobros reales</a:t>
            </a:r>
          </a:p>
        </p:txBody>
      </p:sp>
      <p:sp>
        <p:nvSpPr>
          <p:cNvPr id="9" name="">
            <a:extLst xmlns:a="http://schemas.openxmlformats.org/drawingml/2006/main">
              <a:ext uri="{FF2B5EF4-FFF2-40B4-BE49-F238E27FC236}">
                <a16:creationId xmlns:a16="http://schemas.microsoft.com/office/drawing/2014/main" id="{ED8AE090-BEFC-4ADF-825D-1B01F4A5FE43}"/>
              </a:ext>
            </a:extLst>
          </p:cNvPr>
          <p:cNvSpPr>
            <a:spLocks xmlns:a="http://schemas.openxmlformats.org/drawingml/2006/main" noGrp="1"/>
          </p:cNvSpPr>
          <p:nvPr/>
        </p:nvSpPr>
        <p:spPr>
          <a:xfrm xmlns:a="http://schemas.openxmlformats.org/drawingml/2006/main">
            <a:off x="609600" y="27622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1">
                <a:solidFill>
                  <a:srgbClr val="14264E"/>
                </a:solidFill>
              </a:defRPr>
            </a:defPPr>
            <a:lvl1pPr>
              <a:defRPr sz="2250" b="1">
                <a:solidFill>
                  <a:srgbClr val="14264E"/>
                </a:solidFill>
              </a:defRPr>
            </a:lvl1pPr>
            <a:lvl2pPr>
              <a:defRPr sz="2250" b="1">
                <a:solidFill>
                  <a:srgbClr val="14264E"/>
                </a:solidFill>
              </a:defRPr>
            </a:lvl2pPr>
            <a:lvl3pPr>
              <a:defRPr sz="2250" b="1">
                <a:solidFill>
                  <a:srgbClr val="14264E"/>
                </a:solidFill>
              </a:defRPr>
            </a:lvl3pPr>
            <a:lvl4pPr>
              <a:defRPr sz="2250" b="1">
                <a:solidFill>
                  <a:srgbClr val="14264E"/>
                </a:solidFill>
              </a:defRPr>
            </a:lvl4pPr>
            <a:lvl5pPr>
              <a:defRPr sz="2250" b="1">
                <a:solidFill>
                  <a:srgbClr val="14264E"/>
                </a:solidFill>
              </a:defRPr>
            </a:lvl5pPr>
            <a:lvl6pPr>
              <a:defRPr sz="2250" b="1">
                <a:solidFill>
                  <a:srgbClr val="14264E"/>
                </a:solidFill>
              </a:defRPr>
            </a:lvl6pPr>
            <a:lvl7pPr>
              <a:defRPr sz="2250" b="1">
                <a:solidFill>
                  <a:srgbClr val="14264E"/>
                </a:solidFill>
              </a:defRPr>
            </a:lvl7pPr>
            <a:lvl8pPr>
              <a:defRPr sz="2250" b="1">
                <a:solidFill>
                  <a:srgbClr val="14264E"/>
                </a:solidFill>
              </a:defRPr>
            </a:lvl8pPr>
            <a:lvl9pPr>
              <a:defRPr sz="2250" b="1">
                <a:solidFill>
                  <a:srgbClr val="14264E"/>
                </a:solidFill>
              </a:defRPr>
            </a:lvl9pPr>
          </a:lstStyle>
          <a:p xmlns:a="http://schemas.openxmlformats.org/drawingml/2006/main">
            <a:pPr>
              <a:defRPr sz="2250" b="1">
                <a:solidFill>
                  <a:srgbClr val="14264E"/>
                </a:solidFill>
              </a:defRPr>
            </a:pPr>
            <a:r>
              <a:rPr sz="2250" b="1">
                <a:solidFill>
                  <a:srgbClr val="14264E"/>
                </a:solidFill>
              </a:rPr>
              <a:t>Incluido</a:t>
            </a:r>
          </a:p>
        </p:txBody>
      </p:sp>
      <p:sp>
        <p:nvSpPr>
          <p:cNvPr id="10" name="">
            <a:extLst xmlns:a="http://schemas.openxmlformats.org/drawingml/2006/main">
              <a:ext uri="{FF2B5EF4-FFF2-40B4-BE49-F238E27FC236}">
                <a16:creationId xmlns:a16="http://schemas.microsoft.com/office/drawing/2014/main" id="{61A3AF0D-D2E4-4D6F-B154-D7161838CBC1}"/>
              </a:ext>
            </a:extLst>
          </p:cNvPr>
          <p:cNvSpPr>
            <a:spLocks xmlns:a="http://schemas.openxmlformats.org/drawingml/2006/main" noGrp="1"/>
          </p:cNvSpPr>
          <p:nvPr/>
        </p:nvSpPr>
        <p:spPr>
          <a:xfrm xmlns:a="http://schemas.openxmlformats.org/drawingml/2006/main">
            <a:off x="609600" y="3381375"/>
            <a:ext cx="5143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33451"/>
                </a:solidFill>
              </a:defRPr>
            </a:defPPr>
            <a:lvl1pPr>
              <a:defRPr sz="1950" b="0">
                <a:solidFill>
                  <a:srgbClr val="233451"/>
                </a:solidFill>
              </a:defRPr>
            </a:lvl1pPr>
            <a:lvl2pPr>
              <a:defRPr sz="1950" b="0">
                <a:solidFill>
                  <a:srgbClr val="233451"/>
                </a:solidFill>
              </a:defRPr>
            </a:lvl2pPr>
            <a:lvl3pPr>
              <a:defRPr sz="1950" b="0">
                <a:solidFill>
                  <a:srgbClr val="233451"/>
                </a:solidFill>
              </a:defRPr>
            </a:lvl3pPr>
            <a:lvl4pPr>
              <a:defRPr sz="1950" b="0">
                <a:solidFill>
                  <a:srgbClr val="233451"/>
                </a:solidFill>
              </a:defRPr>
            </a:lvl4pPr>
            <a:lvl5pPr>
              <a:defRPr sz="1950" b="0">
                <a:solidFill>
                  <a:srgbClr val="233451"/>
                </a:solidFill>
              </a:defRPr>
            </a:lvl5pPr>
            <a:lvl6pPr>
              <a:defRPr sz="1950" b="0">
                <a:solidFill>
                  <a:srgbClr val="233451"/>
                </a:solidFill>
              </a:defRPr>
            </a:lvl6pPr>
            <a:lvl7pPr>
              <a:defRPr sz="1950" b="0">
                <a:solidFill>
                  <a:srgbClr val="233451"/>
                </a:solidFill>
              </a:defRPr>
            </a:lvl7pPr>
            <a:lvl8pPr>
              <a:defRPr sz="1950" b="0">
                <a:solidFill>
                  <a:srgbClr val="233451"/>
                </a:solidFill>
              </a:defRPr>
            </a:lvl8pPr>
            <a:lvl9pPr>
              <a:defRPr sz="1950" b="0">
                <a:solidFill>
                  <a:srgbClr val="233451"/>
                </a:solidFill>
              </a:defRPr>
            </a:lvl9pPr>
          </a:lstStyle>
          <a:p xmlns:a="http://schemas.openxmlformats.org/drawingml/2006/main">
            <a:pPr>
              <a:defRPr sz="1950" b="0">
                <a:solidFill>
                  <a:srgbClr val="233451"/>
                </a:solidFill>
              </a:defRPr>
            </a:pPr>
            <a:r>
              <a:rPr sz="1950" b="0">
                <a:solidFill>
                  <a:srgbClr val="233451"/>
                </a:solidFill>
              </a:rPr>
              <a:t>Consulta de un caso ficticio</a:t>
            </a:r>
          </a:p>
          <a:p xmlns:a="http://schemas.openxmlformats.org/drawingml/2006/main">
            <a:pPr>
              <a:defRPr sz="1950" b="0">
                <a:solidFill>
                  <a:srgbClr val="233451"/>
                </a:solidFill>
              </a:defRPr>
            </a:pPr>
            <a:r>
              <a:rPr sz="1950" b="0">
                <a:solidFill>
                  <a:srgbClr val="233451"/>
                </a:solidFill>
              </a:rPr>
              <a:t>Orden por fecha y filtros de estado</a:t>
            </a:r>
          </a:p>
          <a:p xmlns:a="http://schemas.openxmlformats.org/drawingml/2006/main">
            <a:pPr>
              <a:defRPr sz="1950" b="0">
                <a:solidFill>
                  <a:srgbClr val="233451"/>
                </a:solidFill>
              </a:defRPr>
            </a:pPr>
            <a:r>
              <a:rPr sz="1950" b="0">
                <a:solidFill>
                  <a:srgbClr val="233451"/>
                </a:solidFill>
              </a:rPr>
              <a:t>Selección y total dinámico</a:t>
            </a:r>
          </a:p>
          <a:p xmlns:a="http://schemas.openxmlformats.org/drawingml/2006/main">
            <a:pPr>
              <a:defRPr sz="1950" b="0">
                <a:solidFill>
                  <a:srgbClr val="233451"/>
                </a:solidFill>
              </a:defRPr>
            </a:pPr>
            <a:r>
              <a:rPr sz="1950" b="0">
                <a:solidFill>
                  <a:srgbClr val="233451"/>
                </a:solidFill>
              </a:rPr>
              <a:t>Revisión del importe y método</a:t>
            </a:r>
          </a:p>
          <a:p xmlns:a="http://schemas.openxmlformats.org/drawingml/2006/main">
            <a:pPr>
              <a:defRPr sz="1950" b="0">
                <a:solidFill>
                  <a:srgbClr val="233451"/>
                </a:solidFill>
              </a:defRPr>
            </a:pPr>
            <a:r>
              <a:rPr sz="1950" b="0">
                <a:solidFill>
                  <a:srgbClr val="233451"/>
                </a:solidFill>
              </a:rPr>
              <a:t>Constancia y saldo actualizado</a:t>
            </a:r>
          </a:p>
        </p:txBody>
      </p:sp>
      <p:sp>
        <p:nvSpPr>
          <p:cNvPr id="11" name="">
            <a:extLst xmlns:a="http://schemas.openxmlformats.org/drawingml/2006/main">
              <a:ext uri="{FF2B5EF4-FFF2-40B4-BE49-F238E27FC236}">
                <a16:creationId xmlns:a16="http://schemas.microsoft.com/office/drawing/2014/main" id="{AB13580F-D818-4CDD-A24C-6338AB1C4B62}"/>
              </a:ext>
            </a:extLst>
          </p:cNvPr>
          <p:cNvSpPr>
            <a:spLocks xmlns:a="http://schemas.openxmlformats.org/drawingml/2006/main" noGrp="1"/>
          </p:cNvSpPr>
          <p:nvPr/>
        </p:nvSpPr>
        <p:spPr>
          <a:xfrm xmlns:a="http://schemas.openxmlformats.org/drawingml/2006/main">
            <a:off x="6048375" y="2762250"/>
            <a:ext cx="9525" cy="2905125"/>
          </a:xfrm>
          <a:prstGeom xmlns:a="http://schemas.openxmlformats.org/drawingml/2006/main" prst="rect">
            <a:avLst/>
          </a:prstGeom>
          <a:solidFill xmlns:a="http://schemas.openxmlformats.org/drawingml/2006/main">
            <a:srgbClr val="DADF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20B26DB-4D14-4C75-8482-0C7022D7A4A1}"/>
              </a:ext>
            </a:extLst>
          </p:cNvPr>
          <p:cNvSpPr>
            <a:spLocks xmlns:a="http://schemas.openxmlformats.org/drawingml/2006/main" noGrp="1"/>
          </p:cNvSpPr>
          <p:nvPr/>
        </p:nvSpPr>
        <p:spPr>
          <a:xfrm xmlns:a="http://schemas.openxmlformats.org/drawingml/2006/main">
            <a:off x="6572250" y="27622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1">
                <a:solidFill>
                  <a:srgbClr val="14264E"/>
                </a:solidFill>
              </a:defRPr>
            </a:defPPr>
            <a:lvl1pPr>
              <a:defRPr sz="2250" b="1">
                <a:solidFill>
                  <a:srgbClr val="14264E"/>
                </a:solidFill>
              </a:defRPr>
            </a:lvl1pPr>
            <a:lvl2pPr>
              <a:defRPr sz="2250" b="1">
                <a:solidFill>
                  <a:srgbClr val="14264E"/>
                </a:solidFill>
              </a:defRPr>
            </a:lvl2pPr>
            <a:lvl3pPr>
              <a:defRPr sz="2250" b="1">
                <a:solidFill>
                  <a:srgbClr val="14264E"/>
                </a:solidFill>
              </a:defRPr>
            </a:lvl3pPr>
            <a:lvl4pPr>
              <a:defRPr sz="2250" b="1">
                <a:solidFill>
                  <a:srgbClr val="14264E"/>
                </a:solidFill>
              </a:defRPr>
            </a:lvl4pPr>
            <a:lvl5pPr>
              <a:defRPr sz="2250" b="1">
                <a:solidFill>
                  <a:srgbClr val="14264E"/>
                </a:solidFill>
              </a:defRPr>
            </a:lvl5pPr>
            <a:lvl6pPr>
              <a:defRPr sz="2250" b="1">
                <a:solidFill>
                  <a:srgbClr val="14264E"/>
                </a:solidFill>
              </a:defRPr>
            </a:lvl6pPr>
            <a:lvl7pPr>
              <a:defRPr sz="2250" b="1">
                <a:solidFill>
                  <a:srgbClr val="14264E"/>
                </a:solidFill>
              </a:defRPr>
            </a:lvl7pPr>
            <a:lvl8pPr>
              <a:defRPr sz="2250" b="1">
                <a:solidFill>
                  <a:srgbClr val="14264E"/>
                </a:solidFill>
              </a:defRPr>
            </a:lvl8pPr>
            <a:lvl9pPr>
              <a:defRPr sz="2250" b="1">
                <a:solidFill>
                  <a:srgbClr val="14264E"/>
                </a:solidFill>
              </a:defRPr>
            </a:lvl9pPr>
          </a:lstStyle>
          <a:p xmlns:a="http://schemas.openxmlformats.org/drawingml/2006/main">
            <a:pPr>
              <a:defRPr sz="2250" b="1">
                <a:solidFill>
                  <a:srgbClr val="14264E"/>
                </a:solidFill>
              </a:defRPr>
            </a:pPr>
            <a:r>
              <a:rPr sz="2250" b="1">
                <a:solidFill>
                  <a:srgbClr val="14264E"/>
                </a:solidFill>
              </a:rPr>
              <a:t>Fuera de esta versión</a:t>
            </a:r>
          </a:p>
        </p:txBody>
      </p:sp>
      <p:sp>
        <p:nvSpPr>
          <p:cNvPr id="13" name="">
            <a:extLst xmlns:a="http://schemas.openxmlformats.org/drawingml/2006/main">
              <a:ext uri="{FF2B5EF4-FFF2-40B4-BE49-F238E27FC236}">
                <a16:creationId xmlns:a16="http://schemas.microsoft.com/office/drawing/2014/main" id="{88D57557-9F81-48E1-BB7C-89C706642F1C}"/>
              </a:ext>
            </a:extLst>
          </p:cNvPr>
          <p:cNvSpPr>
            <a:spLocks xmlns:a="http://schemas.openxmlformats.org/drawingml/2006/main" noGrp="1"/>
          </p:cNvSpPr>
          <p:nvPr/>
        </p:nvSpPr>
        <p:spPr>
          <a:xfrm xmlns:a="http://schemas.openxmlformats.org/drawingml/2006/main">
            <a:off x="6572250" y="3381375"/>
            <a:ext cx="4857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657187"/>
                </a:solidFill>
              </a:defRPr>
            </a:defPPr>
            <a:lvl1pPr>
              <a:defRPr sz="1950" b="0">
                <a:solidFill>
                  <a:srgbClr val="657187"/>
                </a:solidFill>
              </a:defRPr>
            </a:lvl1pPr>
            <a:lvl2pPr>
              <a:defRPr sz="1950" b="0">
                <a:solidFill>
                  <a:srgbClr val="657187"/>
                </a:solidFill>
              </a:defRPr>
            </a:lvl2pPr>
            <a:lvl3pPr>
              <a:defRPr sz="1950" b="0">
                <a:solidFill>
                  <a:srgbClr val="657187"/>
                </a:solidFill>
              </a:defRPr>
            </a:lvl3pPr>
            <a:lvl4pPr>
              <a:defRPr sz="1950" b="0">
                <a:solidFill>
                  <a:srgbClr val="657187"/>
                </a:solidFill>
              </a:defRPr>
            </a:lvl4pPr>
            <a:lvl5pPr>
              <a:defRPr sz="1950" b="0">
                <a:solidFill>
                  <a:srgbClr val="657187"/>
                </a:solidFill>
              </a:defRPr>
            </a:lvl5pPr>
            <a:lvl6pPr>
              <a:defRPr sz="1950" b="0">
                <a:solidFill>
                  <a:srgbClr val="657187"/>
                </a:solidFill>
              </a:defRPr>
            </a:lvl6pPr>
            <a:lvl7pPr>
              <a:defRPr sz="1950" b="0">
                <a:solidFill>
                  <a:srgbClr val="657187"/>
                </a:solidFill>
              </a:defRPr>
            </a:lvl7pPr>
            <a:lvl8pPr>
              <a:defRPr sz="1950" b="0">
                <a:solidFill>
                  <a:srgbClr val="657187"/>
                </a:solidFill>
              </a:defRPr>
            </a:lvl8pPr>
            <a:lvl9pPr>
              <a:defRPr sz="1950" b="0">
                <a:solidFill>
                  <a:srgbClr val="657187"/>
                </a:solidFill>
              </a:defRPr>
            </a:lvl9pPr>
          </a:lstStyle>
          <a:p xmlns:a="http://schemas.openxmlformats.org/drawingml/2006/main">
            <a:pPr>
              <a:defRPr sz="1950" b="0">
                <a:solidFill>
                  <a:srgbClr val="657187"/>
                </a:solidFill>
              </a:defRPr>
            </a:pPr>
            <a:r>
              <a:rPr sz="1950" b="0">
                <a:solidFill>
                  <a:srgbClr val="657187"/>
                </a:solidFill>
              </a:rPr>
              <a:t>Integración municipal o bancaria</a:t>
            </a:r>
          </a:p>
          <a:p xmlns:a="http://schemas.openxmlformats.org/drawingml/2006/main">
            <a:pPr>
              <a:defRPr sz="1950" b="0">
                <a:solidFill>
                  <a:srgbClr val="657187"/>
                </a:solidFill>
              </a:defRPr>
            </a:pPr>
            <a:r>
              <a:rPr sz="1950" b="0">
                <a:solidFill>
                  <a:srgbClr val="657187"/>
                </a:solidFill>
              </a:rPr>
              <a:t>Cobros y notificaciones reales</a:t>
            </a:r>
          </a:p>
          <a:p xmlns:a="http://schemas.openxmlformats.org/drawingml/2006/main">
            <a:pPr>
              <a:defRPr sz="1950" b="0">
                <a:solidFill>
                  <a:srgbClr val="657187"/>
                </a:solidFill>
              </a:defRPr>
            </a:pPr>
            <a:r>
              <a:rPr sz="1950" b="0">
                <a:solidFill>
                  <a:srgbClr val="657187"/>
                </a:solidFill>
              </a:rPr>
              <a:t>Fraccionamiento en cuotas</a:t>
            </a:r>
          </a:p>
          <a:p xmlns:a="http://schemas.openxmlformats.org/drawingml/2006/main">
            <a:pPr>
              <a:defRPr sz="1950" b="0">
                <a:solidFill>
                  <a:srgbClr val="657187"/>
                </a:solidFill>
              </a:defRPr>
            </a:pPr>
            <a:r>
              <a:rPr sz="1950" b="0">
                <a:solidFill>
                  <a:srgbClr val="657187"/>
                </a:solidFill>
              </a:rPr>
              <a:t>Registro y autenticación</a:t>
            </a:r>
          </a:p>
          <a:p xmlns:a="http://schemas.openxmlformats.org/drawingml/2006/main">
            <a:pPr>
              <a:defRPr sz="1950" b="0">
                <a:solidFill>
                  <a:srgbClr val="657187"/>
                </a:solidFill>
              </a:defRPr>
            </a:pPr>
            <a:r>
              <a:rPr sz="1950" b="0">
                <a:solidFill>
                  <a:srgbClr val="657187"/>
                </a:solidFill>
              </a:rPr>
              <a:t>Ampliación del panel administrativo</a:t>
            </a:r>
          </a:p>
        </p:txBody>
      </p:sp>
    </p:spTree>
    <p:extLst>
      <p:ext uri="{BB962C8B-B14F-4D97-AF65-F5344CB8AC3E}">
        <p14:creationId xmlns:p14="http://schemas.microsoft.com/office/powerpoint/2010/main" val="254103516"/>
      </p:ext>
    </p:extLst>
  </p:cSld>
</p:sld>
</file>

<file path=ppt/slides/slide6.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CFA70F6-CAD5-4600-AE9A-3199866847BA}"/>
              </a:ext>
            </a:extLst>
          </p:cNvPr>
          <p:cNvSpPr>
            <a:spLocks xmlns:a="http://schemas.openxmlformats.org/drawingml/2006/main" noGrp="1"/>
          </p:cNvSpPr>
          <p:nvPr/>
        </p:nvSpPr>
        <p:spPr>
          <a:xfrm xmlns:a="http://schemas.openxmlformats.org/drawingml/2006/main">
            <a:off x="609600" y="533400"/>
            <a:ext cx="419100" cy="38100"/>
          </a:xfrm>
          <a:prstGeom xmlns:a="http://schemas.openxmlformats.org/drawingml/2006/main" prst="rect">
            <a:avLst/>
          </a:prstGeom>
          <a:solidFill xmlns:a="http://schemas.openxmlformats.org/drawingml/2006/main">
            <a:srgbClr val="A17D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DAF2FE6-A5C8-41A0-A7D5-FB225E4166BB}"/>
              </a:ext>
            </a:extLst>
          </p:cNvPr>
          <p:cNvSpPr>
            <a:spLocks xmlns:a="http://schemas.openxmlformats.org/drawingml/2006/main" noGrp="1"/>
          </p:cNvSpPr>
          <p:nvPr/>
        </p:nvSpPr>
        <p:spPr>
          <a:xfrm xmlns:a="http://schemas.openxmlformats.org/drawingml/2006/main">
            <a:off x="1181100" y="3810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1">
                <a:solidFill>
                  <a:srgbClr val="A17D2B"/>
                </a:solidFill>
              </a:defRPr>
            </a:defPPr>
            <a:lvl1pPr>
              <a:defRPr sz="975" b="1">
                <a:solidFill>
                  <a:srgbClr val="A17D2B"/>
                </a:solidFill>
              </a:defRPr>
            </a:lvl1pPr>
            <a:lvl2pPr>
              <a:defRPr sz="975" b="1">
                <a:solidFill>
                  <a:srgbClr val="A17D2B"/>
                </a:solidFill>
              </a:defRPr>
            </a:lvl2pPr>
            <a:lvl3pPr>
              <a:defRPr sz="975" b="1">
                <a:solidFill>
                  <a:srgbClr val="A17D2B"/>
                </a:solidFill>
              </a:defRPr>
            </a:lvl3pPr>
            <a:lvl4pPr>
              <a:defRPr sz="975" b="1">
                <a:solidFill>
                  <a:srgbClr val="A17D2B"/>
                </a:solidFill>
              </a:defRPr>
            </a:lvl4pPr>
            <a:lvl5pPr>
              <a:defRPr sz="975" b="1">
                <a:solidFill>
                  <a:srgbClr val="A17D2B"/>
                </a:solidFill>
              </a:defRPr>
            </a:lvl5pPr>
            <a:lvl6pPr>
              <a:defRPr sz="975" b="1">
                <a:solidFill>
                  <a:srgbClr val="A17D2B"/>
                </a:solidFill>
              </a:defRPr>
            </a:lvl6pPr>
            <a:lvl7pPr>
              <a:defRPr sz="975" b="1">
                <a:solidFill>
                  <a:srgbClr val="A17D2B"/>
                </a:solidFill>
              </a:defRPr>
            </a:lvl7pPr>
            <a:lvl8pPr>
              <a:defRPr sz="975" b="1">
                <a:solidFill>
                  <a:srgbClr val="A17D2B"/>
                </a:solidFill>
              </a:defRPr>
            </a:lvl8pPr>
            <a:lvl9pPr>
              <a:defRPr sz="975" b="1">
                <a:solidFill>
                  <a:srgbClr val="A17D2B"/>
                </a:solidFill>
              </a:defRPr>
            </a:lvl9pPr>
          </a:lstStyle>
          <a:p xmlns:a="http://schemas.openxmlformats.org/drawingml/2006/main">
            <a:pPr>
              <a:defRPr sz="975" b="1">
                <a:solidFill>
                  <a:srgbClr val="A17D2B"/>
                </a:solidFill>
              </a:defRPr>
            </a:pPr>
            <a:r>
              <a:rPr sz="975" b="1">
                <a:solidFill>
                  <a:srgbClr val="A17D2B"/>
                </a:solidFill>
              </a:rPr>
              <a:t>TRIBUTAFÁCIL / GRUPO 4</a:t>
            </a:r>
          </a:p>
        </p:txBody>
      </p:sp>
      <p:sp>
        <p:nvSpPr>
          <p:cNvPr id="4" name="">
            <a:extLst xmlns:a="http://schemas.openxmlformats.org/drawingml/2006/main">
              <a:ext uri="{FF2B5EF4-FFF2-40B4-BE49-F238E27FC236}">
                <a16:creationId xmlns:a16="http://schemas.microsoft.com/office/drawing/2014/main" id="{3F19DD16-711D-47C4-A5B9-14A1A9107980}"/>
              </a:ext>
            </a:extLst>
          </p:cNvPr>
          <p:cNvSpPr>
            <a:spLocks xmlns:a="http://schemas.openxmlformats.org/drawingml/2006/main" noGrp="1"/>
          </p:cNvSpPr>
          <p:nvPr/>
        </p:nvSpPr>
        <p:spPr>
          <a:xfrm xmlns:a="http://schemas.openxmlformats.org/drawingml/2006/main">
            <a:off x="11049000" y="38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657187"/>
                </a:solidFill>
              </a:defRPr>
            </a:defPPr>
            <a:lvl1pPr>
              <a:defRPr sz="1050" b="0">
                <a:solidFill>
                  <a:srgbClr val="657187"/>
                </a:solidFill>
              </a:defRPr>
            </a:lvl1pPr>
            <a:lvl2pPr>
              <a:defRPr sz="1050" b="0">
                <a:solidFill>
                  <a:srgbClr val="657187"/>
                </a:solidFill>
              </a:defRPr>
            </a:lvl2pPr>
            <a:lvl3pPr>
              <a:defRPr sz="1050" b="0">
                <a:solidFill>
                  <a:srgbClr val="657187"/>
                </a:solidFill>
              </a:defRPr>
            </a:lvl3pPr>
            <a:lvl4pPr>
              <a:defRPr sz="1050" b="0">
                <a:solidFill>
                  <a:srgbClr val="657187"/>
                </a:solidFill>
              </a:defRPr>
            </a:lvl4pPr>
            <a:lvl5pPr>
              <a:defRPr sz="1050" b="0">
                <a:solidFill>
                  <a:srgbClr val="657187"/>
                </a:solidFill>
              </a:defRPr>
            </a:lvl5pPr>
            <a:lvl6pPr>
              <a:defRPr sz="1050" b="0">
                <a:solidFill>
                  <a:srgbClr val="657187"/>
                </a:solidFill>
              </a:defRPr>
            </a:lvl6pPr>
            <a:lvl7pPr>
              <a:defRPr sz="1050" b="0">
                <a:solidFill>
                  <a:srgbClr val="657187"/>
                </a:solidFill>
              </a:defRPr>
            </a:lvl7pPr>
            <a:lvl8pPr>
              <a:defRPr sz="1050" b="0">
                <a:solidFill>
                  <a:srgbClr val="657187"/>
                </a:solidFill>
              </a:defRPr>
            </a:lvl8pPr>
            <a:lvl9pPr>
              <a:defRPr sz="1050" b="0">
                <a:solidFill>
                  <a:srgbClr val="657187"/>
                </a:solidFill>
              </a:defRPr>
            </a:lvl9pPr>
          </a:lstStyle>
          <a:p xmlns:a="http://schemas.openxmlformats.org/drawingml/2006/main">
            <a:pPr>
              <a:defRPr sz="1050" b="0">
                <a:solidFill>
                  <a:srgbClr val="657187"/>
                </a:solidFill>
              </a:defRPr>
            </a:pPr>
            <a:r>
              <a:rPr sz="1050" b="0">
                <a:solidFill>
                  <a:srgbClr val="657187"/>
                </a:solidFill>
              </a:rPr>
              <a:t>06</a:t>
            </a:r>
          </a:p>
        </p:txBody>
      </p:sp>
      <p:sp>
        <p:nvSpPr>
          <p:cNvPr id="5" name="">
            <a:extLst xmlns:a="http://schemas.openxmlformats.org/drawingml/2006/main">
              <a:ext uri="{FF2B5EF4-FFF2-40B4-BE49-F238E27FC236}">
                <a16:creationId xmlns:a16="http://schemas.microsoft.com/office/drawing/2014/main" id="{C323EA8A-BADE-42AB-ABBB-0087148DD94C}"/>
              </a:ext>
            </a:extLst>
          </p:cNvPr>
          <p:cNvSpPr>
            <a:spLocks xmlns:a="http://schemas.openxmlformats.org/drawingml/2006/main" noGrp="1"/>
          </p:cNvSpPr>
          <p:nvPr/>
        </p:nvSpPr>
        <p:spPr>
          <a:xfrm xmlns:a="http://schemas.openxmlformats.org/drawingml/2006/main">
            <a:off x="609600" y="1028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4264E"/>
                </a:solidFill>
              </a:defRPr>
            </a:defPPr>
            <a:lvl1pPr>
              <a:defRPr sz="3300" b="1">
                <a:solidFill>
                  <a:srgbClr val="14264E"/>
                </a:solidFill>
              </a:defRPr>
            </a:lvl1pPr>
            <a:lvl2pPr>
              <a:defRPr sz="3300" b="1">
                <a:solidFill>
                  <a:srgbClr val="14264E"/>
                </a:solidFill>
              </a:defRPr>
            </a:lvl2pPr>
            <a:lvl3pPr>
              <a:defRPr sz="3300" b="1">
                <a:solidFill>
                  <a:srgbClr val="14264E"/>
                </a:solidFill>
              </a:defRPr>
            </a:lvl3pPr>
            <a:lvl4pPr>
              <a:defRPr sz="3300" b="1">
                <a:solidFill>
                  <a:srgbClr val="14264E"/>
                </a:solidFill>
              </a:defRPr>
            </a:lvl4pPr>
            <a:lvl5pPr>
              <a:defRPr sz="3300" b="1">
                <a:solidFill>
                  <a:srgbClr val="14264E"/>
                </a:solidFill>
              </a:defRPr>
            </a:lvl5pPr>
            <a:lvl6pPr>
              <a:defRPr sz="3300" b="1">
                <a:solidFill>
                  <a:srgbClr val="14264E"/>
                </a:solidFill>
              </a:defRPr>
            </a:lvl6pPr>
            <a:lvl7pPr>
              <a:defRPr sz="3300" b="1">
                <a:solidFill>
                  <a:srgbClr val="14264E"/>
                </a:solidFill>
              </a:defRPr>
            </a:lvl7pPr>
            <a:lvl8pPr>
              <a:defRPr sz="3300" b="1">
                <a:solidFill>
                  <a:srgbClr val="14264E"/>
                </a:solidFill>
              </a:defRPr>
            </a:lvl8pPr>
            <a:lvl9pPr>
              <a:defRPr sz="3300" b="1">
                <a:solidFill>
                  <a:srgbClr val="14264E"/>
                </a:solidFill>
              </a:defRPr>
            </a:lvl9pPr>
          </a:lstStyle>
          <a:p xmlns:a="http://schemas.openxmlformats.org/drawingml/2006/main">
            <a:pPr>
              <a:defRPr sz="3300" b="1">
                <a:solidFill>
                  <a:srgbClr val="14264E"/>
                </a:solidFill>
              </a:defRPr>
            </a:pPr>
            <a:r>
              <a:rPr sz="3300" b="1">
                <a:solidFill>
                  <a:srgbClr val="14264E"/>
                </a:solidFill>
              </a:rPr>
              <a:t>La pregunta de aprendizaje</a:t>
            </a:r>
          </a:p>
        </p:txBody>
      </p:sp>
      <p:sp>
        <p:nvSpPr>
          <p:cNvPr id="6" name="">
            <a:extLst xmlns:a="http://schemas.openxmlformats.org/drawingml/2006/main">
              <a:ext uri="{FF2B5EF4-FFF2-40B4-BE49-F238E27FC236}">
                <a16:creationId xmlns:a16="http://schemas.microsoft.com/office/drawing/2014/main" id="{29C7F520-0C08-42BD-9D41-06834F525B09}"/>
              </a:ext>
            </a:extLst>
          </p:cNvPr>
          <p:cNvSpPr>
            <a:spLocks xmlns:a="http://schemas.openxmlformats.org/drawingml/2006/main" noGrp="1"/>
          </p:cNvSpPr>
          <p:nvPr/>
        </p:nvSpPr>
        <p:spPr>
          <a:xfrm xmlns:a="http://schemas.openxmlformats.org/drawingml/2006/main">
            <a:off x="609600" y="19240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657187"/>
                </a:solidFill>
              </a:defRPr>
            </a:defPPr>
            <a:lvl1pPr>
              <a:defRPr sz="1725" b="0">
                <a:solidFill>
                  <a:srgbClr val="657187"/>
                </a:solidFill>
              </a:defRPr>
            </a:lvl1pPr>
            <a:lvl2pPr>
              <a:defRPr sz="1725" b="0">
                <a:solidFill>
                  <a:srgbClr val="657187"/>
                </a:solidFill>
              </a:defRPr>
            </a:lvl2pPr>
            <a:lvl3pPr>
              <a:defRPr sz="1725" b="0">
                <a:solidFill>
                  <a:srgbClr val="657187"/>
                </a:solidFill>
              </a:defRPr>
            </a:lvl3pPr>
            <a:lvl4pPr>
              <a:defRPr sz="1725" b="0">
                <a:solidFill>
                  <a:srgbClr val="657187"/>
                </a:solidFill>
              </a:defRPr>
            </a:lvl4pPr>
            <a:lvl5pPr>
              <a:defRPr sz="1725" b="0">
                <a:solidFill>
                  <a:srgbClr val="657187"/>
                </a:solidFill>
              </a:defRPr>
            </a:lvl5pPr>
            <a:lvl6pPr>
              <a:defRPr sz="1725" b="0">
                <a:solidFill>
                  <a:srgbClr val="657187"/>
                </a:solidFill>
              </a:defRPr>
            </a:lvl6pPr>
            <a:lvl7pPr>
              <a:defRPr sz="1725" b="0">
                <a:solidFill>
                  <a:srgbClr val="657187"/>
                </a:solidFill>
              </a:defRPr>
            </a:lvl7pPr>
            <a:lvl8pPr>
              <a:defRPr sz="1725" b="0">
                <a:solidFill>
                  <a:srgbClr val="657187"/>
                </a:solidFill>
              </a:defRPr>
            </a:lvl8pPr>
            <a:lvl9pPr>
              <a:defRPr sz="1725" b="0">
                <a:solidFill>
                  <a:srgbClr val="657187"/>
                </a:solidFill>
              </a:defRPr>
            </a:lvl9pPr>
          </a:lstStyle>
          <a:p xmlns:a="http://schemas.openxmlformats.org/drawingml/2006/main">
            <a:pPr>
              <a:defRPr sz="1725" b="0">
                <a:solidFill>
                  <a:srgbClr val="657187"/>
                </a:solidFill>
              </a:defRPr>
            </a:pPr>
            <a:r>
              <a:rPr sz="1725" b="0">
                <a:solidFill>
                  <a:srgbClr val="657187"/>
                </a:solidFill>
              </a:rPr>
              <a:t>H1 · H2 · H3 · H5</a:t>
            </a:r>
          </a:p>
        </p:txBody>
      </p:sp>
      <p:sp>
        <p:nvSpPr>
          <p:cNvPr id="7" name="">
            <a:extLst xmlns:a="http://schemas.openxmlformats.org/drawingml/2006/main">
              <a:ext uri="{FF2B5EF4-FFF2-40B4-BE49-F238E27FC236}">
                <a16:creationId xmlns:a16="http://schemas.microsoft.com/office/drawing/2014/main" id="{62079E44-9FE8-45BB-B16F-B5EB557D0343}"/>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ADFE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DB01380-18CB-49FD-A68F-63A15277CBA7}"/>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657187"/>
                </a:solidFill>
              </a:defRPr>
            </a:defPPr>
            <a:lvl1pPr>
              <a:defRPr sz="900" b="0">
                <a:solidFill>
                  <a:srgbClr val="657187"/>
                </a:solidFill>
              </a:defRPr>
            </a:lvl1pPr>
            <a:lvl2pPr>
              <a:defRPr sz="900" b="0">
                <a:solidFill>
                  <a:srgbClr val="657187"/>
                </a:solidFill>
              </a:defRPr>
            </a:lvl2pPr>
            <a:lvl3pPr>
              <a:defRPr sz="900" b="0">
                <a:solidFill>
                  <a:srgbClr val="657187"/>
                </a:solidFill>
              </a:defRPr>
            </a:lvl3pPr>
            <a:lvl4pPr>
              <a:defRPr sz="900" b="0">
                <a:solidFill>
                  <a:srgbClr val="657187"/>
                </a:solidFill>
              </a:defRPr>
            </a:lvl4pPr>
            <a:lvl5pPr>
              <a:defRPr sz="900" b="0">
                <a:solidFill>
                  <a:srgbClr val="657187"/>
                </a:solidFill>
              </a:defRPr>
            </a:lvl5pPr>
            <a:lvl6pPr>
              <a:defRPr sz="900" b="0">
                <a:solidFill>
                  <a:srgbClr val="657187"/>
                </a:solidFill>
              </a:defRPr>
            </a:lvl6pPr>
            <a:lvl7pPr>
              <a:defRPr sz="900" b="0">
                <a:solidFill>
                  <a:srgbClr val="657187"/>
                </a:solidFill>
              </a:defRPr>
            </a:lvl7pPr>
            <a:lvl8pPr>
              <a:defRPr sz="900" b="0">
                <a:solidFill>
                  <a:srgbClr val="657187"/>
                </a:solidFill>
              </a:defRPr>
            </a:lvl8pPr>
            <a:lvl9pPr>
              <a:defRPr sz="900" b="0">
                <a:solidFill>
                  <a:srgbClr val="657187"/>
                </a:solidFill>
              </a:defRPr>
            </a:lvl9pPr>
          </a:lstStyle>
          <a:p xmlns:a="http://schemas.openxmlformats.org/drawingml/2006/main">
            <a:pPr>
              <a:defRPr sz="900" b="0">
                <a:solidFill>
                  <a:srgbClr val="657187"/>
                </a:solidFill>
              </a:defRPr>
            </a:pPr>
            <a:r>
              <a:rPr sz="900" b="0">
                <a:solidFill>
                  <a:srgbClr val="657187"/>
                </a:solidFill>
              </a:rPr>
              <a:t>Prototipo académico · Demostración sin cobros reales</a:t>
            </a:r>
          </a:p>
        </p:txBody>
      </p:sp>
      <p:sp>
        <p:nvSpPr>
          <p:cNvPr id="9" name="">
            <a:extLst xmlns:a="http://schemas.openxmlformats.org/drawingml/2006/main">
              <a:ext uri="{FF2B5EF4-FFF2-40B4-BE49-F238E27FC236}">
                <a16:creationId xmlns:a16="http://schemas.microsoft.com/office/drawing/2014/main" id="{A3FF81A2-CD81-4017-BB04-EC3ACC50AD26}"/>
              </a:ext>
            </a:extLst>
          </p:cNvPr>
          <p:cNvSpPr>
            <a:spLocks xmlns:a="http://schemas.openxmlformats.org/drawingml/2006/main" noGrp="1"/>
          </p:cNvSpPr>
          <p:nvPr/>
        </p:nvSpPr>
        <p:spPr>
          <a:xfrm xmlns:a="http://schemas.openxmlformats.org/drawingml/2006/main">
            <a:off x="609600" y="28575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4264E"/>
                </a:solidFill>
              </a:defRPr>
            </a:defPPr>
            <a:lvl1pPr>
              <a:defRPr sz="3300" b="1">
                <a:solidFill>
                  <a:srgbClr val="14264E"/>
                </a:solidFill>
              </a:defRPr>
            </a:lvl1pPr>
            <a:lvl2pPr>
              <a:defRPr sz="3300" b="1">
                <a:solidFill>
                  <a:srgbClr val="14264E"/>
                </a:solidFill>
              </a:defRPr>
            </a:lvl2pPr>
            <a:lvl3pPr>
              <a:defRPr sz="3300" b="1">
                <a:solidFill>
                  <a:srgbClr val="14264E"/>
                </a:solidFill>
              </a:defRPr>
            </a:lvl3pPr>
            <a:lvl4pPr>
              <a:defRPr sz="3300" b="1">
                <a:solidFill>
                  <a:srgbClr val="14264E"/>
                </a:solidFill>
              </a:defRPr>
            </a:lvl4pPr>
            <a:lvl5pPr>
              <a:defRPr sz="3300" b="1">
                <a:solidFill>
                  <a:srgbClr val="14264E"/>
                </a:solidFill>
              </a:defRPr>
            </a:lvl5pPr>
            <a:lvl6pPr>
              <a:defRPr sz="3300" b="1">
                <a:solidFill>
                  <a:srgbClr val="14264E"/>
                </a:solidFill>
              </a:defRPr>
            </a:lvl6pPr>
            <a:lvl7pPr>
              <a:defRPr sz="3300" b="1">
                <a:solidFill>
                  <a:srgbClr val="14264E"/>
                </a:solidFill>
              </a:defRPr>
            </a:lvl7pPr>
            <a:lvl8pPr>
              <a:defRPr sz="3300" b="1">
                <a:solidFill>
                  <a:srgbClr val="14264E"/>
                </a:solidFill>
              </a:defRPr>
            </a:lvl8pPr>
            <a:lvl9pPr>
              <a:defRPr sz="3300" b="1">
                <a:solidFill>
                  <a:srgbClr val="14264E"/>
                </a:solidFill>
              </a:defRPr>
            </a:lvl9pPr>
          </a:lstStyle>
          <a:p xmlns:a="http://schemas.openxmlformats.org/drawingml/2006/main">
            <a:pPr>
              <a:defRPr sz="3300" b="1">
                <a:solidFill>
                  <a:srgbClr val="14264E"/>
                </a:solidFill>
              </a:defRPr>
            </a:pPr>
            <a:r>
              <a:rPr sz="3300" b="1">
                <a:solidFill>
                  <a:srgbClr val="14264E"/>
                </a:solidFill>
              </a:rPr>
              <a:t>¿Puede identificar lo vencido, elegir qué pagar y comprender el importe antes de confirmar, sin ayuda?</a:t>
            </a:r>
          </a:p>
        </p:txBody>
      </p:sp>
      <p:sp>
        <p:nvSpPr>
          <p:cNvPr id="10" name="">
            <a:extLst xmlns:a="http://schemas.openxmlformats.org/drawingml/2006/main">
              <a:ext uri="{FF2B5EF4-FFF2-40B4-BE49-F238E27FC236}">
                <a16:creationId xmlns:a16="http://schemas.microsoft.com/office/drawing/2014/main" id="{383CACB5-7420-4192-8DB9-D11BD45A442C}"/>
              </a:ext>
            </a:extLst>
          </p:cNvPr>
          <p:cNvSpPr>
            <a:spLocks xmlns:a="http://schemas.openxmlformats.org/drawingml/2006/main" noGrp="1"/>
          </p:cNvSpPr>
          <p:nvPr/>
        </p:nvSpPr>
        <p:spPr>
          <a:xfrm xmlns:a="http://schemas.openxmlformats.org/drawingml/2006/main">
            <a:off x="609600" y="50863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A17D2B"/>
                </a:solidFill>
              </a:defRPr>
            </a:defPPr>
            <a:lvl1pPr>
              <a:defRPr sz="1650" b="1">
                <a:solidFill>
                  <a:srgbClr val="A17D2B"/>
                </a:solidFill>
              </a:defRPr>
            </a:lvl1pPr>
            <a:lvl2pPr>
              <a:defRPr sz="1650" b="1">
                <a:solidFill>
                  <a:srgbClr val="A17D2B"/>
                </a:solidFill>
              </a:defRPr>
            </a:lvl2pPr>
            <a:lvl3pPr>
              <a:defRPr sz="1650" b="1">
                <a:solidFill>
                  <a:srgbClr val="A17D2B"/>
                </a:solidFill>
              </a:defRPr>
            </a:lvl3pPr>
            <a:lvl4pPr>
              <a:defRPr sz="1650" b="1">
                <a:solidFill>
                  <a:srgbClr val="A17D2B"/>
                </a:solidFill>
              </a:defRPr>
            </a:lvl4pPr>
            <a:lvl5pPr>
              <a:defRPr sz="1650" b="1">
                <a:solidFill>
                  <a:srgbClr val="A17D2B"/>
                </a:solidFill>
              </a:defRPr>
            </a:lvl5pPr>
            <a:lvl6pPr>
              <a:defRPr sz="1650" b="1">
                <a:solidFill>
                  <a:srgbClr val="A17D2B"/>
                </a:solidFill>
              </a:defRPr>
            </a:lvl6pPr>
            <a:lvl7pPr>
              <a:defRPr sz="1650" b="1">
                <a:solidFill>
                  <a:srgbClr val="A17D2B"/>
                </a:solidFill>
              </a:defRPr>
            </a:lvl7pPr>
            <a:lvl8pPr>
              <a:defRPr sz="1650" b="1">
                <a:solidFill>
                  <a:srgbClr val="A17D2B"/>
                </a:solidFill>
              </a:defRPr>
            </a:lvl8pPr>
            <a:lvl9pPr>
              <a:defRPr sz="1650" b="1">
                <a:solidFill>
                  <a:srgbClr val="A17D2B"/>
                </a:solidFill>
              </a:defRPr>
            </a:lvl9pPr>
          </a:lstStyle>
          <a:p xmlns:a="http://schemas.openxmlformats.org/drawingml/2006/main">
            <a:pPr>
              <a:defRPr sz="1650" b="1">
                <a:solidFill>
                  <a:srgbClr val="A17D2B"/>
                </a:solidFill>
              </a:defRPr>
            </a:pPr>
            <a:r>
              <a:rPr sz="1650" b="1">
                <a:solidFill>
                  <a:srgbClr val="A17D2B"/>
                </a:solidFill>
              </a:rPr>
              <a:t>Resultado observable</a:t>
            </a:r>
          </a:p>
        </p:txBody>
      </p:sp>
      <p:sp>
        <p:nvSpPr>
          <p:cNvPr id="11" name="">
            <a:extLst xmlns:a="http://schemas.openxmlformats.org/drawingml/2006/main">
              <a:ext uri="{FF2B5EF4-FFF2-40B4-BE49-F238E27FC236}">
                <a16:creationId xmlns:a16="http://schemas.microsoft.com/office/drawing/2014/main" id="{665B0DA7-B354-46A6-A2B9-3D639E3D7467}"/>
              </a:ext>
            </a:extLst>
          </p:cNvPr>
          <p:cNvSpPr>
            <a:spLocks xmlns:a="http://schemas.openxmlformats.org/drawingml/2006/main" noGrp="1"/>
          </p:cNvSpPr>
          <p:nvPr/>
        </p:nvSpPr>
        <p:spPr>
          <a:xfrm xmlns:a="http://schemas.openxmlformats.org/drawingml/2006/main">
            <a:off x="609600" y="55054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33451"/>
                </a:solidFill>
              </a:defRPr>
            </a:defPPr>
            <a:lvl1pPr>
              <a:defRPr sz="1950" b="0">
                <a:solidFill>
                  <a:srgbClr val="233451"/>
                </a:solidFill>
              </a:defRPr>
            </a:lvl1pPr>
            <a:lvl2pPr>
              <a:defRPr sz="1950" b="0">
                <a:solidFill>
                  <a:srgbClr val="233451"/>
                </a:solidFill>
              </a:defRPr>
            </a:lvl2pPr>
            <a:lvl3pPr>
              <a:defRPr sz="1950" b="0">
                <a:solidFill>
                  <a:srgbClr val="233451"/>
                </a:solidFill>
              </a:defRPr>
            </a:lvl3pPr>
            <a:lvl4pPr>
              <a:defRPr sz="1950" b="0">
                <a:solidFill>
                  <a:srgbClr val="233451"/>
                </a:solidFill>
              </a:defRPr>
            </a:lvl4pPr>
            <a:lvl5pPr>
              <a:defRPr sz="1950" b="0">
                <a:solidFill>
                  <a:srgbClr val="233451"/>
                </a:solidFill>
              </a:defRPr>
            </a:lvl5pPr>
            <a:lvl6pPr>
              <a:defRPr sz="1950" b="0">
                <a:solidFill>
                  <a:srgbClr val="233451"/>
                </a:solidFill>
              </a:defRPr>
            </a:lvl6pPr>
            <a:lvl7pPr>
              <a:defRPr sz="1950" b="0">
                <a:solidFill>
                  <a:srgbClr val="233451"/>
                </a:solidFill>
              </a:defRPr>
            </a:lvl7pPr>
            <a:lvl8pPr>
              <a:defRPr sz="1950" b="0">
                <a:solidFill>
                  <a:srgbClr val="233451"/>
                </a:solidFill>
              </a:defRPr>
            </a:lvl8pPr>
            <a:lvl9pPr>
              <a:defRPr sz="1950" b="0">
                <a:solidFill>
                  <a:srgbClr val="233451"/>
                </a:solidFill>
              </a:defRPr>
            </a:lvl9pPr>
          </a:lstStyle>
          <a:p xmlns:a="http://schemas.openxmlformats.org/drawingml/2006/main">
            <a:pPr>
              <a:defRPr sz="1950" b="0">
                <a:solidFill>
                  <a:srgbClr val="233451"/>
                </a:solidFill>
              </a:defRPr>
            </a:pPr>
            <a:r>
              <a:rPr sz="1950" b="0">
                <a:solidFill>
                  <a:srgbClr val="233451"/>
                </a:solidFill>
              </a:rPr>
              <a:t>Completa el recorrido y explica selección, importe y saldo pendiente.</a:t>
            </a:r>
          </a:p>
        </p:txBody>
      </p:sp>
    </p:spTree>
    <p:extLst>
      <p:ext uri="{BB962C8B-B14F-4D97-AF65-F5344CB8AC3E}">
        <p14:creationId xmlns:p14="http://schemas.microsoft.com/office/powerpoint/2010/main" val="334888746"/>
      </p:ext>
    </p:extLst>
  </p:cSld>
</p:sld>
</file>

<file path=ppt/slides/slide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BD63716-AD9E-42A7-BDB6-A365887A3F0D}"/>
              </a:ext>
            </a:extLst>
          </p:cNvPr>
          <p:cNvSpPr>
            <a:spLocks xmlns:a="http://schemas.openxmlformats.org/drawingml/2006/main" noGrp="1"/>
          </p:cNvSpPr>
          <p:nvPr/>
        </p:nvSpPr>
        <p:spPr>
          <a:xfrm xmlns:a="http://schemas.openxmlformats.org/drawingml/2006/main">
            <a:off x="609600" y="533400"/>
            <a:ext cx="419100" cy="38100"/>
          </a:xfrm>
          <a:prstGeom xmlns:a="http://schemas.openxmlformats.org/drawingml/2006/main" prst="rect">
            <a:avLst/>
          </a:prstGeom>
          <a:solidFill xmlns:a="http://schemas.openxmlformats.org/drawingml/2006/main">
            <a:srgbClr val="A17D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7B73A30-A461-4D3E-BEBC-DCB7B6800E3D}"/>
              </a:ext>
            </a:extLst>
          </p:cNvPr>
          <p:cNvSpPr>
            <a:spLocks xmlns:a="http://schemas.openxmlformats.org/drawingml/2006/main" noGrp="1"/>
          </p:cNvSpPr>
          <p:nvPr/>
        </p:nvSpPr>
        <p:spPr>
          <a:xfrm xmlns:a="http://schemas.openxmlformats.org/drawingml/2006/main">
            <a:off x="1181100" y="3810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1">
                <a:solidFill>
                  <a:srgbClr val="A17D2B"/>
                </a:solidFill>
              </a:defRPr>
            </a:defPPr>
            <a:lvl1pPr>
              <a:defRPr sz="975" b="1">
                <a:solidFill>
                  <a:srgbClr val="A17D2B"/>
                </a:solidFill>
              </a:defRPr>
            </a:lvl1pPr>
            <a:lvl2pPr>
              <a:defRPr sz="975" b="1">
                <a:solidFill>
                  <a:srgbClr val="A17D2B"/>
                </a:solidFill>
              </a:defRPr>
            </a:lvl2pPr>
            <a:lvl3pPr>
              <a:defRPr sz="975" b="1">
                <a:solidFill>
                  <a:srgbClr val="A17D2B"/>
                </a:solidFill>
              </a:defRPr>
            </a:lvl3pPr>
            <a:lvl4pPr>
              <a:defRPr sz="975" b="1">
                <a:solidFill>
                  <a:srgbClr val="A17D2B"/>
                </a:solidFill>
              </a:defRPr>
            </a:lvl4pPr>
            <a:lvl5pPr>
              <a:defRPr sz="975" b="1">
                <a:solidFill>
                  <a:srgbClr val="A17D2B"/>
                </a:solidFill>
              </a:defRPr>
            </a:lvl5pPr>
            <a:lvl6pPr>
              <a:defRPr sz="975" b="1">
                <a:solidFill>
                  <a:srgbClr val="A17D2B"/>
                </a:solidFill>
              </a:defRPr>
            </a:lvl6pPr>
            <a:lvl7pPr>
              <a:defRPr sz="975" b="1">
                <a:solidFill>
                  <a:srgbClr val="A17D2B"/>
                </a:solidFill>
              </a:defRPr>
            </a:lvl7pPr>
            <a:lvl8pPr>
              <a:defRPr sz="975" b="1">
                <a:solidFill>
                  <a:srgbClr val="A17D2B"/>
                </a:solidFill>
              </a:defRPr>
            </a:lvl8pPr>
            <a:lvl9pPr>
              <a:defRPr sz="975" b="1">
                <a:solidFill>
                  <a:srgbClr val="A17D2B"/>
                </a:solidFill>
              </a:defRPr>
            </a:lvl9pPr>
          </a:lstStyle>
          <a:p xmlns:a="http://schemas.openxmlformats.org/drawingml/2006/main">
            <a:pPr>
              <a:defRPr sz="975" b="1">
                <a:solidFill>
                  <a:srgbClr val="A17D2B"/>
                </a:solidFill>
              </a:defRPr>
            </a:pPr>
            <a:r>
              <a:rPr sz="975" b="1">
                <a:solidFill>
                  <a:srgbClr val="A17D2B"/>
                </a:solidFill>
              </a:rPr>
              <a:t>TRIBUTAFÁCIL / GRUPO 4</a:t>
            </a:r>
          </a:p>
        </p:txBody>
      </p:sp>
      <p:sp>
        <p:nvSpPr>
          <p:cNvPr id="4" name="">
            <a:extLst xmlns:a="http://schemas.openxmlformats.org/drawingml/2006/main">
              <a:ext uri="{FF2B5EF4-FFF2-40B4-BE49-F238E27FC236}">
                <a16:creationId xmlns:a16="http://schemas.microsoft.com/office/drawing/2014/main" id="{FDD96091-6C5C-4E2C-B991-50488CB661DA}"/>
              </a:ext>
            </a:extLst>
          </p:cNvPr>
          <p:cNvSpPr>
            <a:spLocks xmlns:a="http://schemas.openxmlformats.org/drawingml/2006/main" noGrp="1"/>
          </p:cNvSpPr>
          <p:nvPr/>
        </p:nvSpPr>
        <p:spPr>
          <a:xfrm xmlns:a="http://schemas.openxmlformats.org/drawingml/2006/main">
            <a:off x="11049000" y="38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657187"/>
                </a:solidFill>
              </a:defRPr>
            </a:defPPr>
            <a:lvl1pPr>
              <a:defRPr sz="1050" b="0">
                <a:solidFill>
                  <a:srgbClr val="657187"/>
                </a:solidFill>
              </a:defRPr>
            </a:lvl1pPr>
            <a:lvl2pPr>
              <a:defRPr sz="1050" b="0">
                <a:solidFill>
                  <a:srgbClr val="657187"/>
                </a:solidFill>
              </a:defRPr>
            </a:lvl2pPr>
            <a:lvl3pPr>
              <a:defRPr sz="1050" b="0">
                <a:solidFill>
                  <a:srgbClr val="657187"/>
                </a:solidFill>
              </a:defRPr>
            </a:lvl3pPr>
            <a:lvl4pPr>
              <a:defRPr sz="1050" b="0">
                <a:solidFill>
                  <a:srgbClr val="657187"/>
                </a:solidFill>
              </a:defRPr>
            </a:lvl4pPr>
            <a:lvl5pPr>
              <a:defRPr sz="1050" b="0">
                <a:solidFill>
                  <a:srgbClr val="657187"/>
                </a:solidFill>
              </a:defRPr>
            </a:lvl5pPr>
            <a:lvl6pPr>
              <a:defRPr sz="1050" b="0">
                <a:solidFill>
                  <a:srgbClr val="657187"/>
                </a:solidFill>
              </a:defRPr>
            </a:lvl6pPr>
            <a:lvl7pPr>
              <a:defRPr sz="1050" b="0">
                <a:solidFill>
                  <a:srgbClr val="657187"/>
                </a:solidFill>
              </a:defRPr>
            </a:lvl7pPr>
            <a:lvl8pPr>
              <a:defRPr sz="1050" b="0">
                <a:solidFill>
                  <a:srgbClr val="657187"/>
                </a:solidFill>
              </a:defRPr>
            </a:lvl8pPr>
            <a:lvl9pPr>
              <a:defRPr sz="1050" b="0">
                <a:solidFill>
                  <a:srgbClr val="657187"/>
                </a:solidFill>
              </a:defRPr>
            </a:lvl9pPr>
          </a:lstStyle>
          <a:p xmlns:a="http://schemas.openxmlformats.org/drawingml/2006/main">
            <a:pPr>
              <a:defRPr sz="1050" b="0">
                <a:solidFill>
                  <a:srgbClr val="657187"/>
                </a:solidFill>
              </a:defRPr>
            </a:pPr>
            <a:r>
              <a:rPr sz="1050" b="0">
                <a:solidFill>
                  <a:srgbClr val="657187"/>
                </a:solidFill>
              </a:rPr>
              <a:t>07</a:t>
            </a:r>
          </a:p>
        </p:txBody>
      </p:sp>
      <p:sp>
        <p:nvSpPr>
          <p:cNvPr id="5" name="">
            <a:extLst xmlns:a="http://schemas.openxmlformats.org/drawingml/2006/main">
              <a:ext uri="{FF2B5EF4-FFF2-40B4-BE49-F238E27FC236}">
                <a16:creationId xmlns:a16="http://schemas.microsoft.com/office/drawing/2014/main" id="{491F6185-52C9-4489-8184-ABF3109D7863}"/>
              </a:ext>
            </a:extLst>
          </p:cNvPr>
          <p:cNvSpPr>
            <a:spLocks xmlns:a="http://schemas.openxmlformats.org/drawingml/2006/main" noGrp="1"/>
          </p:cNvSpPr>
          <p:nvPr/>
        </p:nvSpPr>
        <p:spPr>
          <a:xfrm xmlns:a="http://schemas.openxmlformats.org/drawingml/2006/main">
            <a:off x="609600" y="1028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4264E"/>
                </a:solidFill>
              </a:defRPr>
            </a:defPPr>
            <a:lvl1pPr>
              <a:defRPr sz="3300" b="1">
                <a:solidFill>
                  <a:srgbClr val="14264E"/>
                </a:solidFill>
              </a:defRPr>
            </a:lvl1pPr>
            <a:lvl2pPr>
              <a:defRPr sz="3300" b="1">
                <a:solidFill>
                  <a:srgbClr val="14264E"/>
                </a:solidFill>
              </a:defRPr>
            </a:lvl2pPr>
            <a:lvl3pPr>
              <a:defRPr sz="3300" b="1">
                <a:solidFill>
                  <a:srgbClr val="14264E"/>
                </a:solidFill>
              </a:defRPr>
            </a:lvl3pPr>
            <a:lvl4pPr>
              <a:defRPr sz="3300" b="1">
                <a:solidFill>
                  <a:srgbClr val="14264E"/>
                </a:solidFill>
              </a:defRPr>
            </a:lvl4pPr>
            <a:lvl5pPr>
              <a:defRPr sz="3300" b="1">
                <a:solidFill>
                  <a:srgbClr val="14264E"/>
                </a:solidFill>
              </a:defRPr>
            </a:lvl5pPr>
            <a:lvl6pPr>
              <a:defRPr sz="3300" b="1">
                <a:solidFill>
                  <a:srgbClr val="14264E"/>
                </a:solidFill>
              </a:defRPr>
            </a:lvl6pPr>
            <a:lvl7pPr>
              <a:defRPr sz="3300" b="1">
                <a:solidFill>
                  <a:srgbClr val="14264E"/>
                </a:solidFill>
              </a:defRPr>
            </a:lvl7pPr>
            <a:lvl8pPr>
              <a:defRPr sz="3300" b="1">
                <a:solidFill>
                  <a:srgbClr val="14264E"/>
                </a:solidFill>
              </a:defRPr>
            </a:lvl8pPr>
            <a:lvl9pPr>
              <a:defRPr sz="3300" b="1">
                <a:solidFill>
                  <a:srgbClr val="14264E"/>
                </a:solidFill>
              </a:defRPr>
            </a:lvl9pPr>
          </a:lstStyle>
          <a:p xmlns:a="http://schemas.openxmlformats.org/drawingml/2006/main">
            <a:pPr>
              <a:defRPr sz="3300" b="1">
                <a:solidFill>
                  <a:srgbClr val="14264E"/>
                </a:solidFill>
              </a:defRPr>
            </a:pPr>
            <a:r>
              <a:rPr sz="3300" b="1">
                <a:solidFill>
                  <a:srgbClr val="14264E"/>
                </a:solidFill>
              </a:rPr>
              <a:t>Historias de usuario refinadas</a:t>
            </a:r>
          </a:p>
        </p:txBody>
      </p:sp>
      <p:sp>
        <p:nvSpPr>
          <p:cNvPr id="6" name="">
            <a:extLst xmlns:a="http://schemas.openxmlformats.org/drawingml/2006/main">
              <a:ext uri="{FF2B5EF4-FFF2-40B4-BE49-F238E27FC236}">
                <a16:creationId xmlns:a16="http://schemas.microsoft.com/office/drawing/2014/main" id="{E7576BCB-2C62-4B69-ABA3-1DD5B374B66E}"/>
              </a:ext>
            </a:extLst>
          </p:cNvPr>
          <p:cNvSpPr>
            <a:spLocks xmlns:a="http://schemas.openxmlformats.org/drawingml/2006/main" noGrp="1"/>
          </p:cNvSpPr>
          <p:nvPr/>
        </p:nvSpPr>
        <p:spPr>
          <a:xfrm xmlns:a="http://schemas.openxmlformats.org/drawingml/2006/main">
            <a:off x="609600" y="19240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657187"/>
                </a:solidFill>
              </a:defRPr>
            </a:defPPr>
            <a:lvl1pPr>
              <a:defRPr sz="1725" b="0">
                <a:solidFill>
                  <a:srgbClr val="657187"/>
                </a:solidFill>
              </a:defRPr>
            </a:lvl1pPr>
            <a:lvl2pPr>
              <a:defRPr sz="1725" b="0">
                <a:solidFill>
                  <a:srgbClr val="657187"/>
                </a:solidFill>
              </a:defRPr>
            </a:lvl2pPr>
            <a:lvl3pPr>
              <a:defRPr sz="1725" b="0">
                <a:solidFill>
                  <a:srgbClr val="657187"/>
                </a:solidFill>
              </a:defRPr>
            </a:lvl3pPr>
            <a:lvl4pPr>
              <a:defRPr sz="1725" b="0">
                <a:solidFill>
                  <a:srgbClr val="657187"/>
                </a:solidFill>
              </a:defRPr>
            </a:lvl4pPr>
            <a:lvl5pPr>
              <a:defRPr sz="1725" b="0">
                <a:solidFill>
                  <a:srgbClr val="657187"/>
                </a:solidFill>
              </a:defRPr>
            </a:lvl5pPr>
            <a:lvl6pPr>
              <a:defRPr sz="1725" b="0">
                <a:solidFill>
                  <a:srgbClr val="657187"/>
                </a:solidFill>
              </a:defRPr>
            </a:lvl6pPr>
            <a:lvl7pPr>
              <a:defRPr sz="1725" b="0">
                <a:solidFill>
                  <a:srgbClr val="657187"/>
                </a:solidFill>
              </a:defRPr>
            </a:lvl7pPr>
            <a:lvl8pPr>
              <a:defRPr sz="1725" b="0">
                <a:solidFill>
                  <a:srgbClr val="657187"/>
                </a:solidFill>
              </a:defRPr>
            </a:lvl8pPr>
            <a:lvl9pPr>
              <a:defRPr sz="1725" b="0">
                <a:solidFill>
                  <a:srgbClr val="657187"/>
                </a:solidFill>
              </a:defRPr>
            </a:lvl9pPr>
          </a:lstStyle>
          <a:p xmlns:a="http://schemas.openxmlformats.org/drawingml/2006/main">
            <a:pPr>
              <a:defRPr sz="1725" b="0">
                <a:solidFill>
                  <a:srgbClr val="657187"/>
                </a:solidFill>
              </a:defRPr>
            </a:pPr>
            <a:r>
              <a:rPr sz="1725" b="0">
                <a:solidFill>
                  <a:srgbClr val="657187"/>
                </a:solidFill>
              </a:rPr>
              <a:t>Conservamos el valor del “para” y lo hacemos observable.</a:t>
            </a:r>
          </a:p>
        </p:txBody>
      </p:sp>
      <p:sp>
        <p:nvSpPr>
          <p:cNvPr id="7" name="">
            <a:extLst xmlns:a="http://schemas.openxmlformats.org/drawingml/2006/main">
              <a:ext uri="{FF2B5EF4-FFF2-40B4-BE49-F238E27FC236}">
                <a16:creationId xmlns:a16="http://schemas.microsoft.com/office/drawing/2014/main" id="{EA3DF19D-81F7-43B8-A14D-A7A0FC5792BF}"/>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ADFE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5729C46-0EA9-47A5-87E7-FEA6757551D3}"/>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657187"/>
                </a:solidFill>
              </a:defRPr>
            </a:defPPr>
            <a:lvl1pPr>
              <a:defRPr sz="900" b="0">
                <a:solidFill>
                  <a:srgbClr val="657187"/>
                </a:solidFill>
              </a:defRPr>
            </a:lvl1pPr>
            <a:lvl2pPr>
              <a:defRPr sz="900" b="0">
                <a:solidFill>
                  <a:srgbClr val="657187"/>
                </a:solidFill>
              </a:defRPr>
            </a:lvl2pPr>
            <a:lvl3pPr>
              <a:defRPr sz="900" b="0">
                <a:solidFill>
                  <a:srgbClr val="657187"/>
                </a:solidFill>
              </a:defRPr>
            </a:lvl3pPr>
            <a:lvl4pPr>
              <a:defRPr sz="900" b="0">
                <a:solidFill>
                  <a:srgbClr val="657187"/>
                </a:solidFill>
              </a:defRPr>
            </a:lvl4pPr>
            <a:lvl5pPr>
              <a:defRPr sz="900" b="0">
                <a:solidFill>
                  <a:srgbClr val="657187"/>
                </a:solidFill>
              </a:defRPr>
            </a:lvl5pPr>
            <a:lvl6pPr>
              <a:defRPr sz="900" b="0">
                <a:solidFill>
                  <a:srgbClr val="657187"/>
                </a:solidFill>
              </a:defRPr>
            </a:lvl6pPr>
            <a:lvl7pPr>
              <a:defRPr sz="900" b="0">
                <a:solidFill>
                  <a:srgbClr val="657187"/>
                </a:solidFill>
              </a:defRPr>
            </a:lvl7pPr>
            <a:lvl8pPr>
              <a:defRPr sz="900" b="0">
                <a:solidFill>
                  <a:srgbClr val="657187"/>
                </a:solidFill>
              </a:defRPr>
            </a:lvl8pPr>
            <a:lvl9pPr>
              <a:defRPr sz="900" b="0">
                <a:solidFill>
                  <a:srgbClr val="657187"/>
                </a:solidFill>
              </a:defRPr>
            </a:lvl9pPr>
          </a:lstStyle>
          <a:p xmlns:a="http://schemas.openxmlformats.org/drawingml/2006/main">
            <a:pPr>
              <a:defRPr sz="900" b="0">
                <a:solidFill>
                  <a:srgbClr val="657187"/>
                </a:solidFill>
              </a:defRPr>
            </a:pPr>
            <a:r>
              <a:rPr sz="900" b="0">
                <a:solidFill>
                  <a:srgbClr val="657187"/>
                </a:solidFill>
              </a:rPr>
              <a:t>Prototipo académico · Demostración sin cobros reales</a:t>
            </a:r>
          </a:p>
        </p:txBody>
      </p:sp>
      <p:graphicFrame>
        <p:nvGraphicFramePr>
          <p:cNvPr id="9" name="">
            <a:extLst xmlns:a="http://schemas.openxmlformats.org/drawingml/2006/main">
              <a:ext uri="{FF2B5EF4-FFF2-40B4-BE49-F238E27FC236}">
                <a16:creationId xmlns:a16="http://schemas.microsoft.com/office/drawing/2014/main" id="{E5CA6A49-807D-4550-BFA3-A31D19811794}"/>
              </a:ext>
            </a:extLst>
          </p:cNvPr>
          <p:cNvGraphicFramePr/>
          <p:nvPr/>
        </p:nvGraphicFramePr>
        <p:xfrm>
          <a:off xmlns:a="http://schemas.openxmlformats.org/drawingml/2006/main" x="609600" y="2667000"/>
          <a:ext xmlns:a="http://schemas.openxmlformats.org/drawingml/2006/main" cx="10972800" cy="3190875"/>
        </p:xfrm>
        <a:graphic xmlns:a="http://schemas.openxmlformats.org/drawingml/2006/main">
          <a:graphicData uri="http://schemas.openxmlformats.org/drawingml/2006/table">
            <a:tbl>
              <a:tblPr/>
              <a:tblGrid>
                <a:gridCol w="1857375"/>
                <a:gridCol w="4619625"/>
                <a:gridCol w="4495800"/>
              </a:tblGrid>
              <a:tr h="457200">
                <a:tc>
                  <a:txBody>
                    <a:bodyPr/>
                    <a:lstStyle/>
                    <a:p>
                      <a:r>
                        <a:rPr sz="1350" b="1">
                          <a:solidFill>
                            <a:srgbClr val="FFFFFF"/>
                          </a:solidFill>
                        </a:rPr>
                        <a:t>Historia</a:t>
                      </a:r>
                    </a:p>
                  </a:txBody>
                  <a:tcPr marL="91440" marR="91440" marT="45720" marB="45720">
                    <a:lnL w="9525">
                      <a:solidFill>
                        <a:srgbClr val="DADFE6"/>
                      </a:solidFill>
                      <a:prstDash val="solid"/>
                    </a:lnL>
                    <a:lnR w="9525">
                      <a:solidFill>
                        <a:srgbClr val="DADFE6"/>
                      </a:solidFill>
                      <a:prstDash val="solid"/>
                    </a:lnR>
                    <a:lnT w="9525">
                      <a:solidFill>
                        <a:srgbClr val="DADFE6"/>
                      </a:solidFill>
                      <a:prstDash val="solid"/>
                    </a:lnT>
                    <a:lnB w="9525">
                      <a:solidFill>
                        <a:srgbClr val="DADFE6"/>
                      </a:solidFill>
                      <a:prstDash val="solid"/>
                    </a:lnB>
                    <a:solidFill>
                      <a:srgbClr val="14264E"/>
                    </a:solidFill>
                  </a:tcPr>
                </a:tc>
                <a:tc>
                  <a:txBody>
                    <a:bodyPr/>
                    <a:lstStyle/>
                    <a:p>
                      <a:r>
                        <a:rPr sz="1350" b="1">
                          <a:solidFill>
                            <a:srgbClr val="FFFFFF"/>
                          </a:solidFill>
                        </a:rPr>
                        <a:t>Como Carlos, quiero… para…</a:t>
                      </a:r>
                    </a:p>
                  </a:txBody>
                  <a:tcPr marL="91440" marR="91440" marT="45720" marB="45720">
                    <a:lnR w="9525">
                      <a:solidFill>
                        <a:srgbClr val="DADFE6"/>
                      </a:solidFill>
                      <a:prstDash val="solid"/>
                    </a:lnR>
                    <a:lnT w="9525">
                      <a:solidFill>
                        <a:srgbClr val="DADFE6"/>
                      </a:solidFill>
                      <a:prstDash val="solid"/>
                    </a:lnT>
                    <a:lnB w="9525">
                      <a:solidFill>
                        <a:srgbClr val="DADFE6"/>
                      </a:solidFill>
                      <a:prstDash val="solid"/>
                    </a:lnB>
                    <a:solidFill>
                      <a:srgbClr val="14264E"/>
                    </a:solidFill>
                  </a:tcPr>
                </a:tc>
                <a:tc>
                  <a:txBody>
                    <a:bodyPr/>
                    <a:lstStyle/>
                    <a:p>
                      <a:r>
                        <a:rPr sz="1350" b="1">
                          <a:solidFill>
                            <a:srgbClr val="FFFFFF"/>
                          </a:solidFill>
                        </a:rPr>
                        <a:t>Criterio observable</a:t>
                      </a:r>
                    </a:p>
                  </a:txBody>
                  <a:tcPr marL="91440" marR="91440" marT="45720" marB="45720">
                    <a:lnR w="9525">
                      <a:solidFill>
                        <a:srgbClr val="DADFE6"/>
                      </a:solidFill>
                      <a:prstDash val="solid"/>
                    </a:lnR>
                    <a:lnT w="9525">
                      <a:solidFill>
                        <a:srgbClr val="DADFE6"/>
                      </a:solidFill>
                      <a:prstDash val="solid"/>
                    </a:lnT>
                    <a:lnB w="9525">
                      <a:solidFill>
                        <a:srgbClr val="DADFE6"/>
                      </a:solidFill>
                      <a:prstDash val="solid"/>
                    </a:lnB>
                    <a:solidFill>
                      <a:srgbClr val="14264E"/>
                    </a:solidFill>
                  </a:tcPr>
                </a:tc>
              </a:tr>
              <a:tr h="683419">
                <a:tc>
                  <a:txBody>
                    <a:bodyPr/>
                    <a:lstStyle/>
                    <a:p>
                      <a:r>
                        <a:rPr sz="1575" b="0">
                          <a:solidFill>
                            <a:srgbClr val="233451"/>
                          </a:solidFill>
                        </a:rPr>
                        <a:t>HU-01 · H1</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FFFFF"/>
                    </a:solidFill>
                  </a:tcPr>
                </a:tc>
                <a:tc>
                  <a:txBody>
                    <a:bodyPr/>
                    <a:lstStyle/>
                    <a:p>
                      <a:r>
                        <a:rPr sz="1575" b="0">
                          <a:solidFill>
                            <a:srgbClr val="233451"/>
                          </a:solidFill>
                        </a:rPr>
                        <a:t>Ver deudas por fecha para priorizar y evitar moras.</a:t>
                      </a:r>
                    </a:p>
                  </a:txBody>
                  <a:tcPr marL="91440" marR="91440" marT="45720" marB="45720">
                    <a:lnR w="9525">
                      <a:solidFill>
                        <a:srgbClr val="DADFE6"/>
                      </a:solidFill>
                      <a:prstDash val="solid"/>
                    </a:lnR>
                    <a:lnB w="9525">
                      <a:solidFill>
                        <a:srgbClr val="DADFE6"/>
                      </a:solidFill>
                      <a:prstDash val="solid"/>
                    </a:lnB>
                    <a:solidFill>
                      <a:srgbClr val="FFFFFF"/>
                    </a:solidFill>
                  </a:tcPr>
                </a:tc>
                <a:tc>
                  <a:txBody>
                    <a:bodyPr/>
                    <a:lstStyle/>
                    <a:p>
                      <a:r>
                        <a:rPr sz="1575" b="0">
                          <a:solidFill>
                            <a:srgbClr val="233451"/>
                          </a:solidFill>
                        </a:rPr>
                        <a:t>Impagas en orden de vencimiento; pagadas al final.</a:t>
                      </a:r>
                    </a:p>
                  </a:txBody>
                  <a:tcPr marL="91440" marR="91440" marT="45720" marB="45720">
                    <a:lnR w="9525">
                      <a:solidFill>
                        <a:srgbClr val="DADFE6"/>
                      </a:solidFill>
                      <a:prstDash val="solid"/>
                    </a:lnR>
                    <a:lnB w="9525">
                      <a:solidFill>
                        <a:srgbClr val="DADFE6"/>
                      </a:solidFill>
                      <a:prstDash val="solid"/>
                    </a:lnB>
                    <a:solidFill>
                      <a:srgbClr val="FFFFFF"/>
                    </a:solidFill>
                  </a:tcPr>
                </a:tc>
              </a:tr>
              <a:tr h="683419">
                <a:tc>
                  <a:txBody>
                    <a:bodyPr/>
                    <a:lstStyle/>
                    <a:p>
                      <a:r>
                        <a:rPr sz="1575" b="0">
                          <a:solidFill>
                            <a:srgbClr val="233451"/>
                          </a:solidFill>
                        </a:rPr>
                        <a:t>HU-02 · H2</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0F1F3"/>
                    </a:solidFill>
                  </a:tcPr>
                </a:tc>
                <a:tc>
                  <a:txBody>
                    <a:bodyPr/>
                    <a:lstStyle/>
                    <a:p>
                      <a:r>
                        <a:rPr sz="1575" b="0">
                          <a:solidFill>
                            <a:srgbClr val="233451"/>
                          </a:solidFill>
                        </a:rPr>
                        <a:t>Distinguir y filtrar vencidos para no revisar todo.</a:t>
                      </a:r>
                    </a:p>
                  </a:txBody>
                  <a:tcPr marL="91440" marR="91440" marT="45720" marB="45720">
                    <a:lnR w="9525">
                      <a:solidFill>
                        <a:srgbClr val="DADFE6"/>
                      </a:solidFill>
                      <a:prstDash val="solid"/>
                    </a:lnR>
                    <a:lnB w="9525">
                      <a:solidFill>
                        <a:srgbClr val="DADFE6"/>
                      </a:solidFill>
                      <a:prstDash val="solid"/>
                    </a:lnB>
                    <a:solidFill>
                      <a:srgbClr val="F0F1F3"/>
                    </a:solidFill>
                  </a:tcPr>
                </a:tc>
                <a:tc>
                  <a:txBody>
                    <a:bodyPr/>
                    <a:lstStyle/>
                    <a:p>
                      <a:r>
                        <a:rPr sz="1575" b="0">
                          <a:solidFill>
                            <a:srgbClr val="233451"/>
                          </a:solidFill>
                        </a:rPr>
                        <a:t>Filtro muestra solo vencidas; estado usa texto y color.</a:t>
                      </a:r>
                    </a:p>
                  </a:txBody>
                  <a:tcPr marL="91440" marR="91440" marT="45720" marB="45720">
                    <a:lnR w="9525">
                      <a:solidFill>
                        <a:srgbClr val="DADFE6"/>
                      </a:solidFill>
                      <a:prstDash val="solid"/>
                    </a:lnR>
                    <a:lnB w="9525">
                      <a:solidFill>
                        <a:srgbClr val="DADFE6"/>
                      </a:solidFill>
                      <a:prstDash val="solid"/>
                    </a:lnB>
                    <a:solidFill>
                      <a:srgbClr val="F0F1F3"/>
                    </a:solidFill>
                  </a:tcPr>
                </a:tc>
              </a:tr>
              <a:tr h="683419">
                <a:tc>
                  <a:txBody>
                    <a:bodyPr/>
                    <a:lstStyle/>
                    <a:p>
                      <a:r>
                        <a:rPr sz="1575" b="0">
                          <a:solidFill>
                            <a:srgbClr val="233451"/>
                          </a:solidFill>
                        </a:rPr>
                        <a:t>HU-03 · H3/H5</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FFFFF"/>
                    </a:solidFill>
                  </a:tcPr>
                </a:tc>
                <a:tc>
                  <a:txBody>
                    <a:bodyPr/>
                    <a:lstStyle/>
                    <a:p>
                      <a:r>
                        <a:rPr sz="1575" b="0">
                          <a:solidFill>
                            <a:srgbClr val="233451"/>
                          </a:solidFill>
                        </a:rPr>
                        <a:t>Conocer el importe exacto para decidir con confianza.</a:t>
                      </a:r>
                    </a:p>
                  </a:txBody>
                  <a:tcPr marL="91440" marR="91440" marT="45720" marB="45720">
                    <a:lnR w="9525">
                      <a:solidFill>
                        <a:srgbClr val="DADFE6"/>
                      </a:solidFill>
                      <a:prstDash val="solid"/>
                    </a:lnR>
                    <a:lnB w="9525">
                      <a:solidFill>
                        <a:srgbClr val="DADFE6"/>
                      </a:solidFill>
                      <a:prstDash val="solid"/>
                    </a:lnB>
                    <a:solidFill>
                      <a:srgbClr val="FFFFFF"/>
                    </a:solidFill>
                  </a:tcPr>
                </a:tc>
                <a:tc>
                  <a:txBody>
                    <a:bodyPr/>
                    <a:lstStyle/>
                    <a:p>
                      <a:r>
                        <a:rPr sz="1575" b="0">
                          <a:solidFill>
                            <a:srgbClr val="233451"/>
                          </a:solidFill>
                        </a:rPr>
                        <a:t>Resumen con conceptos, intereses y total coherente.</a:t>
                      </a:r>
                    </a:p>
                  </a:txBody>
                  <a:tcPr marL="91440" marR="91440" marT="45720" marB="45720">
                    <a:lnR w="9525">
                      <a:solidFill>
                        <a:srgbClr val="DADFE6"/>
                      </a:solidFill>
                      <a:prstDash val="solid"/>
                    </a:lnR>
                    <a:lnB w="9525">
                      <a:solidFill>
                        <a:srgbClr val="DADFE6"/>
                      </a:solidFill>
                      <a:prstDash val="solid"/>
                    </a:lnB>
                    <a:solidFill>
                      <a:srgbClr val="FFFFFF"/>
                    </a:solidFill>
                  </a:tcPr>
                </a:tc>
              </a:tr>
              <a:tr h="683419">
                <a:tc>
                  <a:txBody>
                    <a:bodyPr/>
                    <a:lstStyle/>
                    <a:p>
                      <a:r>
                        <a:rPr sz="1575" b="0">
                          <a:solidFill>
                            <a:srgbClr val="233451"/>
                          </a:solidFill>
                        </a:rPr>
                        <a:t>HU-04 · H6</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0F1F3"/>
                    </a:solidFill>
                  </a:tcPr>
                </a:tc>
                <a:tc>
                  <a:txBody>
                    <a:bodyPr/>
                    <a:lstStyle/>
                    <a:p>
                      <a:r>
                        <a:rPr sz="1575" b="0">
                          <a:solidFill>
                            <a:srgbClr val="233451"/>
                          </a:solidFill>
                        </a:rPr>
                        <a:t>Elegir periodos para ponerme al día poco a poco.</a:t>
                      </a:r>
                    </a:p>
                  </a:txBody>
                  <a:tcPr marL="91440" marR="91440" marT="45720" marB="45720">
                    <a:lnR w="9525">
                      <a:solidFill>
                        <a:srgbClr val="DADFE6"/>
                      </a:solidFill>
                      <a:prstDash val="solid"/>
                    </a:lnR>
                    <a:lnB w="9525">
                      <a:solidFill>
                        <a:srgbClr val="DADFE6"/>
                      </a:solidFill>
                      <a:prstDash val="solid"/>
                    </a:lnB>
                    <a:solidFill>
                      <a:srgbClr val="F0F1F3"/>
                    </a:solidFill>
                  </a:tcPr>
                </a:tc>
                <a:tc>
                  <a:txBody>
                    <a:bodyPr/>
                    <a:lstStyle/>
                    <a:p>
                      <a:r>
                        <a:rPr sz="1575" b="0">
                          <a:solidFill>
                            <a:srgbClr val="233451"/>
                          </a:solidFill>
                        </a:rPr>
                        <a:t>Agregar/quitar actualiza total; no obliga a pagar todo.</a:t>
                      </a:r>
                    </a:p>
                  </a:txBody>
                  <a:tcPr marL="91440" marR="91440" marT="45720" marB="45720">
                    <a:lnR w="9525">
                      <a:solidFill>
                        <a:srgbClr val="DADFE6"/>
                      </a:solidFill>
                      <a:prstDash val="solid"/>
                    </a:lnR>
                    <a:lnB w="9525">
                      <a:solidFill>
                        <a:srgbClr val="DADFE6"/>
                      </a:solidFill>
                      <a:prstDash val="solid"/>
                    </a:lnB>
                    <a:solidFill>
                      <a:srgbClr val="F0F1F3"/>
                    </a:solidFill>
                  </a:tcPr>
                </a:tc>
              </a:tr>
            </a:tbl>
          </a:graphicData>
        </a:graphic>
      </p:graphicFrame>
    </p:spTree>
    <p:extLst>
      <p:ext uri="{BB962C8B-B14F-4D97-AF65-F5344CB8AC3E}">
        <p14:creationId xmlns:p14="http://schemas.microsoft.com/office/powerpoint/2010/main" val="1131916734"/>
      </p:ext>
    </p:extLst>
  </p:cSld>
</p:sld>
</file>

<file path=ppt/slides/slide8.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0C4AF4A-207A-4F43-B415-F8D43D54D435}"/>
              </a:ext>
            </a:extLst>
          </p:cNvPr>
          <p:cNvSpPr>
            <a:spLocks xmlns:a="http://schemas.openxmlformats.org/drawingml/2006/main" noGrp="1"/>
          </p:cNvSpPr>
          <p:nvPr/>
        </p:nvSpPr>
        <p:spPr>
          <a:xfrm xmlns:a="http://schemas.openxmlformats.org/drawingml/2006/main">
            <a:off x="609600" y="533400"/>
            <a:ext cx="419100" cy="38100"/>
          </a:xfrm>
          <a:prstGeom xmlns:a="http://schemas.openxmlformats.org/drawingml/2006/main" prst="rect">
            <a:avLst/>
          </a:prstGeom>
          <a:solidFill xmlns:a="http://schemas.openxmlformats.org/drawingml/2006/main">
            <a:srgbClr val="A17D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946CE31-4502-4574-BE6C-BAF09709B09B}"/>
              </a:ext>
            </a:extLst>
          </p:cNvPr>
          <p:cNvSpPr>
            <a:spLocks xmlns:a="http://schemas.openxmlformats.org/drawingml/2006/main" noGrp="1"/>
          </p:cNvSpPr>
          <p:nvPr/>
        </p:nvSpPr>
        <p:spPr>
          <a:xfrm xmlns:a="http://schemas.openxmlformats.org/drawingml/2006/main">
            <a:off x="1181100" y="3810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1">
                <a:solidFill>
                  <a:srgbClr val="A17D2B"/>
                </a:solidFill>
              </a:defRPr>
            </a:defPPr>
            <a:lvl1pPr>
              <a:defRPr sz="975" b="1">
                <a:solidFill>
                  <a:srgbClr val="A17D2B"/>
                </a:solidFill>
              </a:defRPr>
            </a:lvl1pPr>
            <a:lvl2pPr>
              <a:defRPr sz="975" b="1">
                <a:solidFill>
                  <a:srgbClr val="A17D2B"/>
                </a:solidFill>
              </a:defRPr>
            </a:lvl2pPr>
            <a:lvl3pPr>
              <a:defRPr sz="975" b="1">
                <a:solidFill>
                  <a:srgbClr val="A17D2B"/>
                </a:solidFill>
              </a:defRPr>
            </a:lvl3pPr>
            <a:lvl4pPr>
              <a:defRPr sz="975" b="1">
                <a:solidFill>
                  <a:srgbClr val="A17D2B"/>
                </a:solidFill>
              </a:defRPr>
            </a:lvl4pPr>
            <a:lvl5pPr>
              <a:defRPr sz="975" b="1">
                <a:solidFill>
                  <a:srgbClr val="A17D2B"/>
                </a:solidFill>
              </a:defRPr>
            </a:lvl5pPr>
            <a:lvl6pPr>
              <a:defRPr sz="975" b="1">
                <a:solidFill>
                  <a:srgbClr val="A17D2B"/>
                </a:solidFill>
              </a:defRPr>
            </a:lvl6pPr>
            <a:lvl7pPr>
              <a:defRPr sz="975" b="1">
                <a:solidFill>
                  <a:srgbClr val="A17D2B"/>
                </a:solidFill>
              </a:defRPr>
            </a:lvl7pPr>
            <a:lvl8pPr>
              <a:defRPr sz="975" b="1">
                <a:solidFill>
                  <a:srgbClr val="A17D2B"/>
                </a:solidFill>
              </a:defRPr>
            </a:lvl8pPr>
            <a:lvl9pPr>
              <a:defRPr sz="975" b="1">
                <a:solidFill>
                  <a:srgbClr val="A17D2B"/>
                </a:solidFill>
              </a:defRPr>
            </a:lvl9pPr>
          </a:lstStyle>
          <a:p xmlns:a="http://schemas.openxmlformats.org/drawingml/2006/main">
            <a:pPr>
              <a:defRPr sz="975" b="1">
                <a:solidFill>
                  <a:srgbClr val="A17D2B"/>
                </a:solidFill>
              </a:defRPr>
            </a:pPr>
            <a:r>
              <a:rPr sz="975" b="1">
                <a:solidFill>
                  <a:srgbClr val="A17D2B"/>
                </a:solidFill>
              </a:rPr>
              <a:t>TRIBUTAFÁCIL / GRUPO 4</a:t>
            </a:r>
          </a:p>
        </p:txBody>
      </p:sp>
      <p:sp>
        <p:nvSpPr>
          <p:cNvPr id="4" name="">
            <a:extLst xmlns:a="http://schemas.openxmlformats.org/drawingml/2006/main">
              <a:ext uri="{FF2B5EF4-FFF2-40B4-BE49-F238E27FC236}">
                <a16:creationId xmlns:a16="http://schemas.microsoft.com/office/drawing/2014/main" id="{94D6C53E-923E-420D-87B2-CA0DCAA4FA7E}"/>
              </a:ext>
            </a:extLst>
          </p:cNvPr>
          <p:cNvSpPr>
            <a:spLocks xmlns:a="http://schemas.openxmlformats.org/drawingml/2006/main" noGrp="1"/>
          </p:cNvSpPr>
          <p:nvPr/>
        </p:nvSpPr>
        <p:spPr>
          <a:xfrm xmlns:a="http://schemas.openxmlformats.org/drawingml/2006/main">
            <a:off x="11049000" y="38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657187"/>
                </a:solidFill>
              </a:defRPr>
            </a:defPPr>
            <a:lvl1pPr>
              <a:defRPr sz="1050" b="0">
                <a:solidFill>
                  <a:srgbClr val="657187"/>
                </a:solidFill>
              </a:defRPr>
            </a:lvl1pPr>
            <a:lvl2pPr>
              <a:defRPr sz="1050" b="0">
                <a:solidFill>
                  <a:srgbClr val="657187"/>
                </a:solidFill>
              </a:defRPr>
            </a:lvl2pPr>
            <a:lvl3pPr>
              <a:defRPr sz="1050" b="0">
                <a:solidFill>
                  <a:srgbClr val="657187"/>
                </a:solidFill>
              </a:defRPr>
            </a:lvl3pPr>
            <a:lvl4pPr>
              <a:defRPr sz="1050" b="0">
                <a:solidFill>
                  <a:srgbClr val="657187"/>
                </a:solidFill>
              </a:defRPr>
            </a:lvl4pPr>
            <a:lvl5pPr>
              <a:defRPr sz="1050" b="0">
                <a:solidFill>
                  <a:srgbClr val="657187"/>
                </a:solidFill>
              </a:defRPr>
            </a:lvl5pPr>
            <a:lvl6pPr>
              <a:defRPr sz="1050" b="0">
                <a:solidFill>
                  <a:srgbClr val="657187"/>
                </a:solidFill>
              </a:defRPr>
            </a:lvl6pPr>
            <a:lvl7pPr>
              <a:defRPr sz="1050" b="0">
                <a:solidFill>
                  <a:srgbClr val="657187"/>
                </a:solidFill>
              </a:defRPr>
            </a:lvl7pPr>
            <a:lvl8pPr>
              <a:defRPr sz="1050" b="0">
                <a:solidFill>
                  <a:srgbClr val="657187"/>
                </a:solidFill>
              </a:defRPr>
            </a:lvl8pPr>
            <a:lvl9pPr>
              <a:defRPr sz="1050" b="0">
                <a:solidFill>
                  <a:srgbClr val="657187"/>
                </a:solidFill>
              </a:defRPr>
            </a:lvl9pPr>
          </a:lstStyle>
          <a:p xmlns:a="http://schemas.openxmlformats.org/drawingml/2006/main">
            <a:pPr>
              <a:defRPr sz="1050" b="0">
                <a:solidFill>
                  <a:srgbClr val="657187"/>
                </a:solidFill>
              </a:defRPr>
            </a:pPr>
            <a:r>
              <a:rPr sz="1050" b="0">
                <a:solidFill>
                  <a:srgbClr val="657187"/>
                </a:solidFill>
              </a:rPr>
              <a:t>08</a:t>
            </a:r>
          </a:p>
        </p:txBody>
      </p:sp>
      <p:sp>
        <p:nvSpPr>
          <p:cNvPr id="5" name="">
            <a:extLst xmlns:a="http://schemas.openxmlformats.org/drawingml/2006/main">
              <a:ext uri="{FF2B5EF4-FFF2-40B4-BE49-F238E27FC236}">
                <a16:creationId xmlns:a16="http://schemas.microsoft.com/office/drawing/2014/main" id="{E91ACD9A-B09B-485A-9E66-EA6F42B248B9}"/>
              </a:ext>
            </a:extLst>
          </p:cNvPr>
          <p:cNvSpPr>
            <a:spLocks xmlns:a="http://schemas.openxmlformats.org/drawingml/2006/main" noGrp="1"/>
          </p:cNvSpPr>
          <p:nvPr/>
        </p:nvSpPr>
        <p:spPr>
          <a:xfrm xmlns:a="http://schemas.openxmlformats.org/drawingml/2006/main">
            <a:off x="609600" y="1028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4264E"/>
                </a:solidFill>
              </a:defRPr>
            </a:defPPr>
            <a:lvl1pPr>
              <a:defRPr sz="3300" b="1">
                <a:solidFill>
                  <a:srgbClr val="14264E"/>
                </a:solidFill>
              </a:defRPr>
            </a:lvl1pPr>
            <a:lvl2pPr>
              <a:defRPr sz="3300" b="1">
                <a:solidFill>
                  <a:srgbClr val="14264E"/>
                </a:solidFill>
              </a:defRPr>
            </a:lvl2pPr>
            <a:lvl3pPr>
              <a:defRPr sz="3300" b="1">
                <a:solidFill>
                  <a:srgbClr val="14264E"/>
                </a:solidFill>
              </a:defRPr>
            </a:lvl3pPr>
            <a:lvl4pPr>
              <a:defRPr sz="3300" b="1">
                <a:solidFill>
                  <a:srgbClr val="14264E"/>
                </a:solidFill>
              </a:defRPr>
            </a:lvl4pPr>
            <a:lvl5pPr>
              <a:defRPr sz="3300" b="1">
                <a:solidFill>
                  <a:srgbClr val="14264E"/>
                </a:solidFill>
              </a:defRPr>
            </a:lvl5pPr>
            <a:lvl6pPr>
              <a:defRPr sz="3300" b="1">
                <a:solidFill>
                  <a:srgbClr val="14264E"/>
                </a:solidFill>
              </a:defRPr>
            </a:lvl6pPr>
            <a:lvl7pPr>
              <a:defRPr sz="3300" b="1">
                <a:solidFill>
                  <a:srgbClr val="14264E"/>
                </a:solidFill>
              </a:defRPr>
            </a:lvl7pPr>
            <a:lvl8pPr>
              <a:defRPr sz="3300" b="1">
                <a:solidFill>
                  <a:srgbClr val="14264E"/>
                </a:solidFill>
              </a:defRPr>
            </a:lvl8pPr>
            <a:lvl9pPr>
              <a:defRPr sz="3300" b="1">
                <a:solidFill>
                  <a:srgbClr val="14264E"/>
                </a:solidFill>
              </a:defRPr>
            </a:lvl9pPr>
          </a:lstStyle>
          <a:p xmlns:a="http://schemas.openxmlformats.org/drawingml/2006/main">
            <a:pPr>
              <a:defRPr sz="3300" b="1">
                <a:solidFill>
                  <a:srgbClr val="14264E"/>
                </a:solidFill>
              </a:defRPr>
            </a:pPr>
            <a:r>
              <a:rPr sz="3300" b="1">
                <a:solidFill>
                  <a:srgbClr val="14264E"/>
                </a:solidFill>
              </a:rPr>
              <a:t>El recorrido de la demostración</a:t>
            </a:r>
          </a:p>
        </p:txBody>
      </p:sp>
      <p:sp>
        <p:nvSpPr>
          <p:cNvPr id="6" name="">
            <a:extLst xmlns:a="http://schemas.openxmlformats.org/drawingml/2006/main">
              <a:ext uri="{FF2B5EF4-FFF2-40B4-BE49-F238E27FC236}">
                <a16:creationId xmlns:a16="http://schemas.microsoft.com/office/drawing/2014/main" id="{26D48AE3-C378-4BAB-9418-AE653BBECC31}"/>
              </a:ext>
            </a:extLst>
          </p:cNvPr>
          <p:cNvSpPr>
            <a:spLocks xmlns:a="http://schemas.openxmlformats.org/drawingml/2006/main" noGrp="1"/>
          </p:cNvSpPr>
          <p:nvPr/>
        </p:nvSpPr>
        <p:spPr>
          <a:xfrm xmlns:a="http://schemas.openxmlformats.org/drawingml/2006/main">
            <a:off x="609600" y="19240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657187"/>
                </a:solidFill>
              </a:defRPr>
            </a:defPPr>
            <a:lvl1pPr>
              <a:defRPr sz="1725" b="0">
                <a:solidFill>
                  <a:srgbClr val="657187"/>
                </a:solidFill>
              </a:defRPr>
            </a:lvl1pPr>
            <a:lvl2pPr>
              <a:defRPr sz="1725" b="0">
                <a:solidFill>
                  <a:srgbClr val="657187"/>
                </a:solidFill>
              </a:defRPr>
            </a:lvl2pPr>
            <a:lvl3pPr>
              <a:defRPr sz="1725" b="0">
                <a:solidFill>
                  <a:srgbClr val="657187"/>
                </a:solidFill>
              </a:defRPr>
            </a:lvl3pPr>
            <a:lvl4pPr>
              <a:defRPr sz="1725" b="0">
                <a:solidFill>
                  <a:srgbClr val="657187"/>
                </a:solidFill>
              </a:defRPr>
            </a:lvl4pPr>
            <a:lvl5pPr>
              <a:defRPr sz="1725" b="0">
                <a:solidFill>
                  <a:srgbClr val="657187"/>
                </a:solidFill>
              </a:defRPr>
            </a:lvl5pPr>
            <a:lvl6pPr>
              <a:defRPr sz="1725" b="0">
                <a:solidFill>
                  <a:srgbClr val="657187"/>
                </a:solidFill>
              </a:defRPr>
            </a:lvl6pPr>
            <a:lvl7pPr>
              <a:defRPr sz="1725" b="0">
                <a:solidFill>
                  <a:srgbClr val="657187"/>
                </a:solidFill>
              </a:defRPr>
            </a:lvl7pPr>
            <a:lvl8pPr>
              <a:defRPr sz="1725" b="0">
                <a:solidFill>
                  <a:srgbClr val="657187"/>
                </a:solidFill>
              </a:defRPr>
            </a:lvl8pPr>
            <a:lvl9pPr>
              <a:defRPr sz="1725" b="0">
                <a:solidFill>
                  <a:srgbClr val="657187"/>
                </a:solidFill>
              </a:defRPr>
            </a:lvl9pPr>
          </a:lstStyle>
          <a:p xmlns:a="http://schemas.openxmlformats.org/drawingml/2006/main">
            <a:pPr>
              <a:defRPr sz="1725" b="0">
                <a:solidFill>
                  <a:srgbClr val="657187"/>
                </a:solidFill>
              </a:defRPr>
            </a:pPr>
            <a:r>
              <a:rPr sz="1725" b="0">
                <a:solidFill>
                  <a:srgbClr val="657187"/>
                </a:solidFill>
              </a:rPr>
              <a:t>Una sola cuenta, una selección y un resultado consistente.</a:t>
            </a:r>
          </a:p>
        </p:txBody>
      </p:sp>
      <p:sp>
        <p:nvSpPr>
          <p:cNvPr id="7" name="">
            <a:extLst xmlns:a="http://schemas.openxmlformats.org/drawingml/2006/main">
              <a:ext uri="{FF2B5EF4-FFF2-40B4-BE49-F238E27FC236}">
                <a16:creationId xmlns:a16="http://schemas.microsoft.com/office/drawing/2014/main" id="{44266492-2E8F-4282-ACAF-F8A890B6F095}"/>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ADFE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F6611C5-EC45-4FCA-B220-7C1480DE3F33}"/>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657187"/>
                </a:solidFill>
              </a:defRPr>
            </a:defPPr>
            <a:lvl1pPr>
              <a:defRPr sz="900" b="0">
                <a:solidFill>
                  <a:srgbClr val="657187"/>
                </a:solidFill>
              </a:defRPr>
            </a:lvl1pPr>
            <a:lvl2pPr>
              <a:defRPr sz="900" b="0">
                <a:solidFill>
                  <a:srgbClr val="657187"/>
                </a:solidFill>
              </a:defRPr>
            </a:lvl2pPr>
            <a:lvl3pPr>
              <a:defRPr sz="900" b="0">
                <a:solidFill>
                  <a:srgbClr val="657187"/>
                </a:solidFill>
              </a:defRPr>
            </a:lvl3pPr>
            <a:lvl4pPr>
              <a:defRPr sz="900" b="0">
                <a:solidFill>
                  <a:srgbClr val="657187"/>
                </a:solidFill>
              </a:defRPr>
            </a:lvl4pPr>
            <a:lvl5pPr>
              <a:defRPr sz="900" b="0">
                <a:solidFill>
                  <a:srgbClr val="657187"/>
                </a:solidFill>
              </a:defRPr>
            </a:lvl5pPr>
            <a:lvl6pPr>
              <a:defRPr sz="900" b="0">
                <a:solidFill>
                  <a:srgbClr val="657187"/>
                </a:solidFill>
              </a:defRPr>
            </a:lvl6pPr>
            <a:lvl7pPr>
              <a:defRPr sz="900" b="0">
                <a:solidFill>
                  <a:srgbClr val="657187"/>
                </a:solidFill>
              </a:defRPr>
            </a:lvl7pPr>
            <a:lvl8pPr>
              <a:defRPr sz="900" b="0">
                <a:solidFill>
                  <a:srgbClr val="657187"/>
                </a:solidFill>
              </a:defRPr>
            </a:lvl8pPr>
            <a:lvl9pPr>
              <a:defRPr sz="900" b="0">
                <a:solidFill>
                  <a:srgbClr val="657187"/>
                </a:solidFill>
              </a:defRPr>
            </a:lvl9pPr>
          </a:lstStyle>
          <a:p xmlns:a="http://schemas.openxmlformats.org/drawingml/2006/main">
            <a:pPr>
              <a:defRPr sz="900" b="0">
                <a:solidFill>
                  <a:srgbClr val="657187"/>
                </a:solidFill>
              </a:defRPr>
            </a:pPr>
            <a:r>
              <a:rPr sz="900" b="0">
                <a:solidFill>
                  <a:srgbClr val="657187"/>
                </a:solidFill>
              </a:rPr>
              <a:t>Prototipo académico · Demostración sin cobros reales</a:t>
            </a:r>
          </a:p>
        </p:txBody>
      </p:sp>
      <p:sp>
        <p:nvSpPr>
          <p:cNvPr id="9" name="">
            <a:extLst xmlns:a="http://schemas.openxmlformats.org/drawingml/2006/main">
              <a:ext uri="{FF2B5EF4-FFF2-40B4-BE49-F238E27FC236}">
                <a16:creationId xmlns:a16="http://schemas.microsoft.com/office/drawing/2014/main" id="{013E80DE-8F00-4D1B-806F-2F26CAD75DA2}"/>
              </a:ext>
            </a:extLst>
          </p:cNvPr>
          <p:cNvSpPr>
            <a:spLocks xmlns:a="http://schemas.openxmlformats.org/drawingml/2006/main" noGrp="1"/>
          </p:cNvSpPr>
          <p:nvPr/>
        </p:nvSpPr>
        <p:spPr>
          <a:xfrm xmlns:a="http://schemas.openxmlformats.org/drawingml/2006/main">
            <a:off x="609600" y="2886075"/>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150" b="0">
                <a:solidFill>
                  <a:srgbClr val="A17D2B"/>
                </a:solidFill>
              </a:defRPr>
            </a:defPPr>
            <a:lvl1pPr>
              <a:defRPr sz="3150" b="0">
                <a:solidFill>
                  <a:srgbClr val="A17D2B"/>
                </a:solidFill>
              </a:defRPr>
            </a:lvl1pPr>
            <a:lvl2pPr>
              <a:defRPr sz="3150" b="0">
                <a:solidFill>
                  <a:srgbClr val="A17D2B"/>
                </a:solidFill>
              </a:defRPr>
            </a:lvl2pPr>
            <a:lvl3pPr>
              <a:defRPr sz="3150" b="0">
                <a:solidFill>
                  <a:srgbClr val="A17D2B"/>
                </a:solidFill>
              </a:defRPr>
            </a:lvl3pPr>
            <a:lvl4pPr>
              <a:defRPr sz="3150" b="0">
                <a:solidFill>
                  <a:srgbClr val="A17D2B"/>
                </a:solidFill>
              </a:defRPr>
            </a:lvl4pPr>
            <a:lvl5pPr>
              <a:defRPr sz="3150" b="0">
                <a:solidFill>
                  <a:srgbClr val="A17D2B"/>
                </a:solidFill>
              </a:defRPr>
            </a:lvl5pPr>
            <a:lvl6pPr>
              <a:defRPr sz="3150" b="0">
                <a:solidFill>
                  <a:srgbClr val="A17D2B"/>
                </a:solidFill>
              </a:defRPr>
            </a:lvl6pPr>
            <a:lvl7pPr>
              <a:defRPr sz="3150" b="0">
                <a:solidFill>
                  <a:srgbClr val="A17D2B"/>
                </a:solidFill>
              </a:defRPr>
            </a:lvl7pPr>
            <a:lvl8pPr>
              <a:defRPr sz="3150" b="0">
                <a:solidFill>
                  <a:srgbClr val="A17D2B"/>
                </a:solidFill>
              </a:defRPr>
            </a:lvl8pPr>
            <a:lvl9pPr>
              <a:defRPr sz="3150" b="0">
                <a:solidFill>
                  <a:srgbClr val="A17D2B"/>
                </a:solidFill>
              </a:defRPr>
            </a:lvl9pPr>
          </a:lstStyle>
          <a:p xmlns:a="http://schemas.openxmlformats.org/drawingml/2006/main">
            <a:pPr>
              <a:defRPr sz="3150" b="0">
                <a:solidFill>
                  <a:srgbClr val="A17D2B"/>
                </a:solidFill>
              </a:defRPr>
            </a:pPr>
            <a:r>
              <a:rPr sz="3150" b="0">
                <a:solidFill>
                  <a:srgbClr val="A17D2B"/>
                </a:solidFill>
              </a:rPr>
              <a:t>01</a:t>
            </a:r>
          </a:p>
        </p:txBody>
      </p:sp>
      <p:sp>
        <p:nvSpPr>
          <p:cNvPr id="10" name="">
            <a:extLst xmlns:a="http://schemas.openxmlformats.org/drawingml/2006/main">
              <a:ext uri="{FF2B5EF4-FFF2-40B4-BE49-F238E27FC236}">
                <a16:creationId xmlns:a16="http://schemas.microsoft.com/office/drawing/2014/main" id="{6E527820-68F1-4BB4-AB6C-0749C10DB327}"/>
              </a:ext>
            </a:extLst>
          </p:cNvPr>
          <p:cNvSpPr>
            <a:spLocks xmlns:a="http://schemas.openxmlformats.org/drawingml/2006/main" noGrp="1"/>
          </p:cNvSpPr>
          <p:nvPr/>
        </p:nvSpPr>
        <p:spPr>
          <a:xfrm xmlns:a="http://schemas.openxmlformats.org/drawingml/2006/main">
            <a:off x="609600" y="3648075"/>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1">
                <a:solidFill>
                  <a:srgbClr val="14264E"/>
                </a:solidFill>
              </a:defRPr>
            </a:defPPr>
            <a:lvl1pPr>
              <a:defRPr sz="2250" b="1">
                <a:solidFill>
                  <a:srgbClr val="14264E"/>
                </a:solidFill>
              </a:defRPr>
            </a:lvl1pPr>
            <a:lvl2pPr>
              <a:defRPr sz="2250" b="1">
                <a:solidFill>
                  <a:srgbClr val="14264E"/>
                </a:solidFill>
              </a:defRPr>
            </a:lvl2pPr>
            <a:lvl3pPr>
              <a:defRPr sz="2250" b="1">
                <a:solidFill>
                  <a:srgbClr val="14264E"/>
                </a:solidFill>
              </a:defRPr>
            </a:lvl3pPr>
            <a:lvl4pPr>
              <a:defRPr sz="2250" b="1">
                <a:solidFill>
                  <a:srgbClr val="14264E"/>
                </a:solidFill>
              </a:defRPr>
            </a:lvl4pPr>
            <a:lvl5pPr>
              <a:defRPr sz="2250" b="1">
                <a:solidFill>
                  <a:srgbClr val="14264E"/>
                </a:solidFill>
              </a:defRPr>
            </a:lvl5pPr>
            <a:lvl6pPr>
              <a:defRPr sz="2250" b="1">
                <a:solidFill>
                  <a:srgbClr val="14264E"/>
                </a:solidFill>
              </a:defRPr>
            </a:lvl6pPr>
            <a:lvl7pPr>
              <a:defRPr sz="2250" b="1">
                <a:solidFill>
                  <a:srgbClr val="14264E"/>
                </a:solidFill>
              </a:defRPr>
            </a:lvl7pPr>
            <a:lvl8pPr>
              <a:defRPr sz="2250" b="1">
                <a:solidFill>
                  <a:srgbClr val="14264E"/>
                </a:solidFill>
              </a:defRPr>
            </a:lvl8pPr>
            <a:lvl9pPr>
              <a:defRPr sz="2250" b="1">
                <a:solidFill>
                  <a:srgbClr val="14264E"/>
                </a:solidFill>
              </a:defRPr>
            </a:lvl9pPr>
          </a:lstStyle>
          <a:p xmlns:a="http://schemas.openxmlformats.org/drawingml/2006/main">
            <a:pPr>
              <a:defRPr sz="2250" b="1">
                <a:solidFill>
                  <a:srgbClr val="14264E"/>
                </a:solidFill>
              </a:defRPr>
            </a:pPr>
            <a:r>
              <a:rPr sz="2250" b="1">
                <a:solidFill>
                  <a:srgbClr val="14264E"/>
                </a:solidFill>
              </a:rPr>
              <a:t>Consulta</a:t>
            </a:r>
          </a:p>
        </p:txBody>
      </p:sp>
      <p:sp>
        <p:nvSpPr>
          <p:cNvPr id="11" name="">
            <a:extLst xmlns:a="http://schemas.openxmlformats.org/drawingml/2006/main">
              <a:ext uri="{FF2B5EF4-FFF2-40B4-BE49-F238E27FC236}">
                <a16:creationId xmlns:a16="http://schemas.microsoft.com/office/drawing/2014/main" id="{9F486067-79DC-4316-BA39-BDE95B65618F}"/>
              </a:ext>
            </a:extLst>
          </p:cNvPr>
          <p:cNvSpPr>
            <a:spLocks xmlns:a="http://schemas.openxmlformats.org/drawingml/2006/main" noGrp="1"/>
          </p:cNvSpPr>
          <p:nvPr/>
        </p:nvSpPr>
        <p:spPr>
          <a:xfrm xmlns:a="http://schemas.openxmlformats.org/drawingml/2006/main">
            <a:off x="609600" y="4248150"/>
            <a:ext cx="2381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657187"/>
                </a:solidFill>
              </a:defRPr>
            </a:defPPr>
            <a:lvl1pPr>
              <a:defRPr sz="1725" b="0">
                <a:solidFill>
                  <a:srgbClr val="657187"/>
                </a:solidFill>
              </a:defRPr>
            </a:lvl1pPr>
            <a:lvl2pPr>
              <a:defRPr sz="1725" b="0">
                <a:solidFill>
                  <a:srgbClr val="657187"/>
                </a:solidFill>
              </a:defRPr>
            </a:lvl2pPr>
            <a:lvl3pPr>
              <a:defRPr sz="1725" b="0">
                <a:solidFill>
                  <a:srgbClr val="657187"/>
                </a:solidFill>
              </a:defRPr>
            </a:lvl3pPr>
            <a:lvl4pPr>
              <a:defRPr sz="1725" b="0">
                <a:solidFill>
                  <a:srgbClr val="657187"/>
                </a:solidFill>
              </a:defRPr>
            </a:lvl4pPr>
            <a:lvl5pPr>
              <a:defRPr sz="1725" b="0">
                <a:solidFill>
                  <a:srgbClr val="657187"/>
                </a:solidFill>
              </a:defRPr>
            </a:lvl5pPr>
            <a:lvl6pPr>
              <a:defRPr sz="1725" b="0">
                <a:solidFill>
                  <a:srgbClr val="657187"/>
                </a:solidFill>
              </a:defRPr>
            </a:lvl6pPr>
            <a:lvl7pPr>
              <a:defRPr sz="1725" b="0">
                <a:solidFill>
                  <a:srgbClr val="657187"/>
                </a:solidFill>
              </a:defRPr>
            </a:lvl7pPr>
            <a:lvl8pPr>
              <a:defRPr sz="1725" b="0">
                <a:solidFill>
                  <a:srgbClr val="657187"/>
                </a:solidFill>
              </a:defRPr>
            </a:lvl8pPr>
            <a:lvl9pPr>
              <a:defRPr sz="1725" b="0">
                <a:solidFill>
                  <a:srgbClr val="657187"/>
                </a:solidFill>
              </a:defRPr>
            </a:lvl9pPr>
          </a:lstStyle>
          <a:p xmlns:a="http://schemas.openxmlformats.org/drawingml/2006/main">
            <a:pPr>
              <a:defRPr sz="1725" b="0">
                <a:solidFill>
                  <a:srgbClr val="657187"/>
                </a:solidFill>
              </a:defRPr>
            </a:pPr>
            <a:r>
              <a:rPr sz="1725" b="0">
                <a:solidFill>
                  <a:srgbClr val="657187"/>
                </a:solidFill>
              </a:rPr>
              <a:t>DNI y municipalidad</a:t>
            </a:r>
          </a:p>
          <a:p xmlns:a="http://schemas.openxmlformats.org/drawingml/2006/main">
            <a:pPr>
              <a:defRPr sz="1725" b="0">
                <a:solidFill>
                  <a:srgbClr val="657187"/>
                </a:solidFill>
              </a:defRPr>
            </a:pPr>
            <a:r>
              <a:rPr sz="1725" b="0">
                <a:solidFill>
                  <a:srgbClr val="657187"/>
                </a:solidFill>
              </a:rPr>
              <a:t>de prueba</a:t>
            </a:r>
          </a:p>
        </p:txBody>
      </p:sp>
      <p:sp>
        <p:nvSpPr>
          <p:cNvPr id="12" name="">
            <a:extLst xmlns:a="http://schemas.openxmlformats.org/drawingml/2006/main">
              <a:ext uri="{FF2B5EF4-FFF2-40B4-BE49-F238E27FC236}">
                <a16:creationId xmlns:a16="http://schemas.microsoft.com/office/drawing/2014/main" id="{A52FA722-3C58-4CE7-94E4-BA047BB39BEF}"/>
              </a:ext>
            </a:extLst>
          </p:cNvPr>
          <p:cNvSpPr>
            <a:spLocks xmlns:a="http://schemas.openxmlformats.org/drawingml/2006/main" noGrp="1"/>
          </p:cNvSpPr>
          <p:nvPr/>
        </p:nvSpPr>
        <p:spPr>
          <a:xfrm xmlns:a="http://schemas.openxmlformats.org/drawingml/2006/main">
            <a:off x="2933700" y="3581400"/>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A17D2B"/>
                </a:solidFill>
              </a:defRPr>
            </a:defPPr>
            <a:lvl1pPr>
              <a:defRPr sz="2250" b="0">
                <a:solidFill>
                  <a:srgbClr val="A17D2B"/>
                </a:solidFill>
              </a:defRPr>
            </a:lvl1pPr>
            <a:lvl2pPr>
              <a:defRPr sz="2250" b="0">
                <a:solidFill>
                  <a:srgbClr val="A17D2B"/>
                </a:solidFill>
              </a:defRPr>
            </a:lvl2pPr>
            <a:lvl3pPr>
              <a:defRPr sz="2250" b="0">
                <a:solidFill>
                  <a:srgbClr val="A17D2B"/>
                </a:solidFill>
              </a:defRPr>
            </a:lvl3pPr>
            <a:lvl4pPr>
              <a:defRPr sz="2250" b="0">
                <a:solidFill>
                  <a:srgbClr val="A17D2B"/>
                </a:solidFill>
              </a:defRPr>
            </a:lvl4pPr>
            <a:lvl5pPr>
              <a:defRPr sz="2250" b="0">
                <a:solidFill>
                  <a:srgbClr val="A17D2B"/>
                </a:solidFill>
              </a:defRPr>
            </a:lvl5pPr>
            <a:lvl6pPr>
              <a:defRPr sz="2250" b="0">
                <a:solidFill>
                  <a:srgbClr val="A17D2B"/>
                </a:solidFill>
              </a:defRPr>
            </a:lvl6pPr>
            <a:lvl7pPr>
              <a:defRPr sz="2250" b="0">
                <a:solidFill>
                  <a:srgbClr val="A17D2B"/>
                </a:solidFill>
              </a:defRPr>
            </a:lvl7pPr>
            <a:lvl8pPr>
              <a:defRPr sz="2250" b="0">
                <a:solidFill>
                  <a:srgbClr val="A17D2B"/>
                </a:solidFill>
              </a:defRPr>
            </a:lvl8pPr>
            <a:lvl9pPr>
              <a:defRPr sz="2250" b="0">
                <a:solidFill>
                  <a:srgbClr val="A17D2B"/>
                </a:solidFill>
              </a:defRPr>
            </a:lvl9pPr>
          </a:lstStyle>
          <a:p xmlns:a="http://schemas.openxmlformats.org/drawingml/2006/main">
            <a:pPr>
              <a:defRPr sz="2250" b="0">
                <a:solidFill>
                  <a:srgbClr val="A17D2B"/>
                </a:solidFill>
              </a:defRPr>
            </a:pPr>
            <a:r>
              <a:rPr sz="2250" b="0">
                <a:solidFill>
                  <a:srgbClr val="A17D2B"/>
                </a:solidFill>
              </a:rPr>
              <a:t>→</a:t>
            </a:r>
          </a:p>
        </p:txBody>
      </p:sp>
      <p:sp>
        <p:nvSpPr>
          <p:cNvPr id="13" name="">
            <a:extLst xmlns:a="http://schemas.openxmlformats.org/drawingml/2006/main">
              <a:ext uri="{FF2B5EF4-FFF2-40B4-BE49-F238E27FC236}">
                <a16:creationId xmlns:a16="http://schemas.microsoft.com/office/drawing/2014/main" id="{314BDDC5-089C-4C78-8AE4-95AC90758B4D}"/>
              </a:ext>
            </a:extLst>
          </p:cNvPr>
          <p:cNvSpPr>
            <a:spLocks xmlns:a="http://schemas.openxmlformats.org/drawingml/2006/main" noGrp="1"/>
          </p:cNvSpPr>
          <p:nvPr/>
        </p:nvSpPr>
        <p:spPr>
          <a:xfrm xmlns:a="http://schemas.openxmlformats.org/drawingml/2006/main">
            <a:off x="3400425" y="2886075"/>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150" b="0">
                <a:solidFill>
                  <a:srgbClr val="A17D2B"/>
                </a:solidFill>
              </a:defRPr>
            </a:defPPr>
            <a:lvl1pPr>
              <a:defRPr sz="3150" b="0">
                <a:solidFill>
                  <a:srgbClr val="A17D2B"/>
                </a:solidFill>
              </a:defRPr>
            </a:lvl1pPr>
            <a:lvl2pPr>
              <a:defRPr sz="3150" b="0">
                <a:solidFill>
                  <a:srgbClr val="A17D2B"/>
                </a:solidFill>
              </a:defRPr>
            </a:lvl2pPr>
            <a:lvl3pPr>
              <a:defRPr sz="3150" b="0">
                <a:solidFill>
                  <a:srgbClr val="A17D2B"/>
                </a:solidFill>
              </a:defRPr>
            </a:lvl3pPr>
            <a:lvl4pPr>
              <a:defRPr sz="3150" b="0">
                <a:solidFill>
                  <a:srgbClr val="A17D2B"/>
                </a:solidFill>
              </a:defRPr>
            </a:lvl4pPr>
            <a:lvl5pPr>
              <a:defRPr sz="3150" b="0">
                <a:solidFill>
                  <a:srgbClr val="A17D2B"/>
                </a:solidFill>
              </a:defRPr>
            </a:lvl5pPr>
            <a:lvl6pPr>
              <a:defRPr sz="3150" b="0">
                <a:solidFill>
                  <a:srgbClr val="A17D2B"/>
                </a:solidFill>
              </a:defRPr>
            </a:lvl6pPr>
            <a:lvl7pPr>
              <a:defRPr sz="3150" b="0">
                <a:solidFill>
                  <a:srgbClr val="A17D2B"/>
                </a:solidFill>
              </a:defRPr>
            </a:lvl7pPr>
            <a:lvl8pPr>
              <a:defRPr sz="3150" b="0">
                <a:solidFill>
                  <a:srgbClr val="A17D2B"/>
                </a:solidFill>
              </a:defRPr>
            </a:lvl8pPr>
            <a:lvl9pPr>
              <a:defRPr sz="3150" b="0">
                <a:solidFill>
                  <a:srgbClr val="A17D2B"/>
                </a:solidFill>
              </a:defRPr>
            </a:lvl9pPr>
          </a:lstStyle>
          <a:p xmlns:a="http://schemas.openxmlformats.org/drawingml/2006/main">
            <a:pPr>
              <a:defRPr sz="3150" b="0">
                <a:solidFill>
                  <a:srgbClr val="A17D2B"/>
                </a:solidFill>
              </a:defRPr>
            </a:pPr>
            <a:r>
              <a:rPr sz="3150" b="0">
                <a:solidFill>
                  <a:srgbClr val="A17D2B"/>
                </a:solidFill>
              </a:rPr>
              <a:t>02</a:t>
            </a:r>
          </a:p>
        </p:txBody>
      </p:sp>
      <p:sp>
        <p:nvSpPr>
          <p:cNvPr id="14" name="">
            <a:extLst xmlns:a="http://schemas.openxmlformats.org/drawingml/2006/main">
              <a:ext uri="{FF2B5EF4-FFF2-40B4-BE49-F238E27FC236}">
                <a16:creationId xmlns:a16="http://schemas.microsoft.com/office/drawing/2014/main" id="{2AAC6D1F-EFEC-409F-B038-6492099268C3}"/>
              </a:ext>
            </a:extLst>
          </p:cNvPr>
          <p:cNvSpPr>
            <a:spLocks xmlns:a="http://schemas.openxmlformats.org/drawingml/2006/main" noGrp="1"/>
          </p:cNvSpPr>
          <p:nvPr/>
        </p:nvSpPr>
        <p:spPr>
          <a:xfrm xmlns:a="http://schemas.openxmlformats.org/drawingml/2006/main">
            <a:off x="3400425" y="3648075"/>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1">
                <a:solidFill>
                  <a:srgbClr val="14264E"/>
                </a:solidFill>
              </a:defRPr>
            </a:defPPr>
            <a:lvl1pPr>
              <a:defRPr sz="2250" b="1">
                <a:solidFill>
                  <a:srgbClr val="14264E"/>
                </a:solidFill>
              </a:defRPr>
            </a:lvl1pPr>
            <a:lvl2pPr>
              <a:defRPr sz="2250" b="1">
                <a:solidFill>
                  <a:srgbClr val="14264E"/>
                </a:solidFill>
              </a:defRPr>
            </a:lvl2pPr>
            <a:lvl3pPr>
              <a:defRPr sz="2250" b="1">
                <a:solidFill>
                  <a:srgbClr val="14264E"/>
                </a:solidFill>
              </a:defRPr>
            </a:lvl3pPr>
            <a:lvl4pPr>
              <a:defRPr sz="2250" b="1">
                <a:solidFill>
                  <a:srgbClr val="14264E"/>
                </a:solidFill>
              </a:defRPr>
            </a:lvl4pPr>
            <a:lvl5pPr>
              <a:defRPr sz="2250" b="1">
                <a:solidFill>
                  <a:srgbClr val="14264E"/>
                </a:solidFill>
              </a:defRPr>
            </a:lvl5pPr>
            <a:lvl6pPr>
              <a:defRPr sz="2250" b="1">
                <a:solidFill>
                  <a:srgbClr val="14264E"/>
                </a:solidFill>
              </a:defRPr>
            </a:lvl6pPr>
            <a:lvl7pPr>
              <a:defRPr sz="2250" b="1">
                <a:solidFill>
                  <a:srgbClr val="14264E"/>
                </a:solidFill>
              </a:defRPr>
            </a:lvl7pPr>
            <a:lvl8pPr>
              <a:defRPr sz="2250" b="1">
                <a:solidFill>
                  <a:srgbClr val="14264E"/>
                </a:solidFill>
              </a:defRPr>
            </a:lvl8pPr>
            <a:lvl9pPr>
              <a:defRPr sz="2250" b="1">
                <a:solidFill>
                  <a:srgbClr val="14264E"/>
                </a:solidFill>
              </a:defRPr>
            </a:lvl9pPr>
          </a:lstStyle>
          <a:p xmlns:a="http://schemas.openxmlformats.org/drawingml/2006/main">
            <a:pPr>
              <a:defRPr sz="2250" b="1">
                <a:solidFill>
                  <a:srgbClr val="14264E"/>
                </a:solidFill>
              </a:defRPr>
            </a:pPr>
            <a:r>
              <a:rPr sz="2250" b="1">
                <a:solidFill>
                  <a:srgbClr val="14264E"/>
                </a:solidFill>
              </a:rPr>
              <a:t>Selecciona</a:t>
            </a:r>
          </a:p>
        </p:txBody>
      </p:sp>
      <p:sp>
        <p:nvSpPr>
          <p:cNvPr id="15" name="">
            <a:extLst xmlns:a="http://schemas.openxmlformats.org/drawingml/2006/main">
              <a:ext uri="{FF2B5EF4-FFF2-40B4-BE49-F238E27FC236}">
                <a16:creationId xmlns:a16="http://schemas.microsoft.com/office/drawing/2014/main" id="{EEB4820A-0776-429F-A070-A8D28F8CAED6}"/>
              </a:ext>
            </a:extLst>
          </p:cNvPr>
          <p:cNvSpPr>
            <a:spLocks xmlns:a="http://schemas.openxmlformats.org/drawingml/2006/main" noGrp="1"/>
          </p:cNvSpPr>
          <p:nvPr/>
        </p:nvSpPr>
        <p:spPr>
          <a:xfrm xmlns:a="http://schemas.openxmlformats.org/drawingml/2006/main">
            <a:off x="3400425" y="4248150"/>
            <a:ext cx="2381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657187"/>
                </a:solidFill>
              </a:defRPr>
            </a:defPPr>
            <a:lvl1pPr>
              <a:defRPr sz="1725" b="0">
                <a:solidFill>
                  <a:srgbClr val="657187"/>
                </a:solidFill>
              </a:defRPr>
            </a:lvl1pPr>
            <a:lvl2pPr>
              <a:defRPr sz="1725" b="0">
                <a:solidFill>
                  <a:srgbClr val="657187"/>
                </a:solidFill>
              </a:defRPr>
            </a:lvl2pPr>
            <a:lvl3pPr>
              <a:defRPr sz="1725" b="0">
                <a:solidFill>
                  <a:srgbClr val="657187"/>
                </a:solidFill>
              </a:defRPr>
            </a:lvl3pPr>
            <a:lvl4pPr>
              <a:defRPr sz="1725" b="0">
                <a:solidFill>
                  <a:srgbClr val="657187"/>
                </a:solidFill>
              </a:defRPr>
            </a:lvl4pPr>
            <a:lvl5pPr>
              <a:defRPr sz="1725" b="0">
                <a:solidFill>
                  <a:srgbClr val="657187"/>
                </a:solidFill>
              </a:defRPr>
            </a:lvl5pPr>
            <a:lvl6pPr>
              <a:defRPr sz="1725" b="0">
                <a:solidFill>
                  <a:srgbClr val="657187"/>
                </a:solidFill>
              </a:defRPr>
            </a:lvl6pPr>
            <a:lvl7pPr>
              <a:defRPr sz="1725" b="0">
                <a:solidFill>
                  <a:srgbClr val="657187"/>
                </a:solidFill>
              </a:defRPr>
            </a:lvl7pPr>
            <a:lvl8pPr>
              <a:defRPr sz="1725" b="0">
                <a:solidFill>
                  <a:srgbClr val="657187"/>
                </a:solidFill>
              </a:defRPr>
            </a:lvl8pPr>
            <a:lvl9pPr>
              <a:defRPr sz="1725" b="0">
                <a:solidFill>
                  <a:srgbClr val="657187"/>
                </a:solidFill>
              </a:defRPr>
            </a:lvl9pPr>
          </a:lstStyle>
          <a:p xmlns:a="http://schemas.openxmlformats.org/drawingml/2006/main">
            <a:pPr>
              <a:defRPr sz="1725" b="0">
                <a:solidFill>
                  <a:srgbClr val="657187"/>
                </a:solidFill>
              </a:defRPr>
            </a:pPr>
            <a:r>
              <a:rPr sz="1725" b="0">
                <a:solidFill>
                  <a:srgbClr val="657187"/>
                </a:solidFill>
              </a:rPr>
              <a:t>Fechas, estados</a:t>
            </a:r>
          </a:p>
          <a:p xmlns:a="http://schemas.openxmlformats.org/drawingml/2006/main">
            <a:pPr>
              <a:defRPr sz="1725" b="0">
                <a:solidFill>
                  <a:srgbClr val="657187"/>
                </a:solidFill>
              </a:defRPr>
            </a:pPr>
            <a:r>
              <a:rPr sz="1725" b="0">
                <a:solidFill>
                  <a:srgbClr val="657187"/>
                </a:solidFill>
              </a:rPr>
              <a:t>y total dinámico</a:t>
            </a:r>
          </a:p>
        </p:txBody>
      </p:sp>
      <p:sp>
        <p:nvSpPr>
          <p:cNvPr id="16" name="">
            <a:extLst xmlns:a="http://schemas.openxmlformats.org/drawingml/2006/main">
              <a:ext uri="{FF2B5EF4-FFF2-40B4-BE49-F238E27FC236}">
                <a16:creationId xmlns:a16="http://schemas.microsoft.com/office/drawing/2014/main" id="{CFBC0FEC-9816-46F4-8CDB-0D80C8978562}"/>
              </a:ext>
            </a:extLst>
          </p:cNvPr>
          <p:cNvSpPr>
            <a:spLocks xmlns:a="http://schemas.openxmlformats.org/drawingml/2006/main" noGrp="1"/>
          </p:cNvSpPr>
          <p:nvPr/>
        </p:nvSpPr>
        <p:spPr>
          <a:xfrm xmlns:a="http://schemas.openxmlformats.org/drawingml/2006/main">
            <a:off x="5724525" y="3581400"/>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A17D2B"/>
                </a:solidFill>
              </a:defRPr>
            </a:defPPr>
            <a:lvl1pPr>
              <a:defRPr sz="2250" b="0">
                <a:solidFill>
                  <a:srgbClr val="A17D2B"/>
                </a:solidFill>
              </a:defRPr>
            </a:lvl1pPr>
            <a:lvl2pPr>
              <a:defRPr sz="2250" b="0">
                <a:solidFill>
                  <a:srgbClr val="A17D2B"/>
                </a:solidFill>
              </a:defRPr>
            </a:lvl2pPr>
            <a:lvl3pPr>
              <a:defRPr sz="2250" b="0">
                <a:solidFill>
                  <a:srgbClr val="A17D2B"/>
                </a:solidFill>
              </a:defRPr>
            </a:lvl3pPr>
            <a:lvl4pPr>
              <a:defRPr sz="2250" b="0">
                <a:solidFill>
                  <a:srgbClr val="A17D2B"/>
                </a:solidFill>
              </a:defRPr>
            </a:lvl4pPr>
            <a:lvl5pPr>
              <a:defRPr sz="2250" b="0">
                <a:solidFill>
                  <a:srgbClr val="A17D2B"/>
                </a:solidFill>
              </a:defRPr>
            </a:lvl5pPr>
            <a:lvl6pPr>
              <a:defRPr sz="2250" b="0">
                <a:solidFill>
                  <a:srgbClr val="A17D2B"/>
                </a:solidFill>
              </a:defRPr>
            </a:lvl6pPr>
            <a:lvl7pPr>
              <a:defRPr sz="2250" b="0">
                <a:solidFill>
                  <a:srgbClr val="A17D2B"/>
                </a:solidFill>
              </a:defRPr>
            </a:lvl7pPr>
            <a:lvl8pPr>
              <a:defRPr sz="2250" b="0">
                <a:solidFill>
                  <a:srgbClr val="A17D2B"/>
                </a:solidFill>
              </a:defRPr>
            </a:lvl8pPr>
            <a:lvl9pPr>
              <a:defRPr sz="2250" b="0">
                <a:solidFill>
                  <a:srgbClr val="A17D2B"/>
                </a:solidFill>
              </a:defRPr>
            </a:lvl9pPr>
          </a:lstStyle>
          <a:p xmlns:a="http://schemas.openxmlformats.org/drawingml/2006/main">
            <a:pPr>
              <a:defRPr sz="2250" b="0">
                <a:solidFill>
                  <a:srgbClr val="A17D2B"/>
                </a:solidFill>
              </a:defRPr>
            </a:pPr>
            <a:r>
              <a:rPr sz="2250" b="0">
                <a:solidFill>
                  <a:srgbClr val="A17D2B"/>
                </a:solidFill>
              </a:rPr>
              <a:t>→</a:t>
            </a:r>
          </a:p>
        </p:txBody>
      </p:sp>
      <p:sp>
        <p:nvSpPr>
          <p:cNvPr id="17" name="">
            <a:extLst xmlns:a="http://schemas.openxmlformats.org/drawingml/2006/main">
              <a:ext uri="{FF2B5EF4-FFF2-40B4-BE49-F238E27FC236}">
                <a16:creationId xmlns:a16="http://schemas.microsoft.com/office/drawing/2014/main" id="{05C35B23-74CA-4539-81AA-CB40F76CF3F6}"/>
              </a:ext>
            </a:extLst>
          </p:cNvPr>
          <p:cNvSpPr>
            <a:spLocks xmlns:a="http://schemas.openxmlformats.org/drawingml/2006/main" noGrp="1"/>
          </p:cNvSpPr>
          <p:nvPr/>
        </p:nvSpPr>
        <p:spPr>
          <a:xfrm xmlns:a="http://schemas.openxmlformats.org/drawingml/2006/main">
            <a:off x="6191250" y="2886075"/>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150" b="0">
                <a:solidFill>
                  <a:srgbClr val="A17D2B"/>
                </a:solidFill>
              </a:defRPr>
            </a:defPPr>
            <a:lvl1pPr>
              <a:defRPr sz="3150" b="0">
                <a:solidFill>
                  <a:srgbClr val="A17D2B"/>
                </a:solidFill>
              </a:defRPr>
            </a:lvl1pPr>
            <a:lvl2pPr>
              <a:defRPr sz="3150" b="0">
                <a:solidFill>
                  <a:srgbClr val="A17D2B"/>
                </a:solidFill>
              </a:defRPr>
            </a:lvl2pPr>
            <a:lvl3pPr>
              <a:defRPr sz="3150" b="0">
                <a:solidFill>
                  <a:srgbClr val="A17D2B"/>
                </a:solidFill>
              </a:defRPr>
            </a:lvl3pPr>
            <a:lvl4pPr>
              <a:defRPr sz="3150" b="0">
                <a:solidFill>
                  <a:srgbClr val="A17D2B"/>
                </a:solidFill>
              </a:defRPr>
            </a:lvl4pPr>
            <a:lvl5pPr>
              <a:defRPr sz="3150" b="0">
                <a:solidFill>
                  <a:srgbClr val="A17D2B"/>
                </a:solidFill>
              </a:defRPr>
            </a:lvl5pPr>
            <a:lvl6pPr>
              <a:defRPr sz="3150" b="0">
                <a:solidFill>
                  <a:srgbClr val="A17D2B"/>
                </a:solidFill>
              </a:defRPr>
            </a:lvl6pPr>
            <a:lvl7pPr>
              <a:defRPr sz="3150" b="0">
                <a:solidFill>
                  <a:srgbClr val="A17D2B"/>
                </a:solidFill>
              </a:defRPr>
            </a:lvl7pPr>
            <a:lvl8pPr>
              <a:defRPr sz="3150" b="0">
                <a:solidFill>
                  <a:srgbClr val="A17D2B"/>
                </a:solidFill>
              </a:defRPr>
            </a:lvl8pPr>
            <a:lvl9pPr>
              <a:defRPr sz="3150" b="0">
                <a:solidFill>
                  <a:srgbClr val="A17D2B"/>
                </a:solidFill>
              </a:defRPr>
            </a:lvl9pPr>
          </a:lstStyle>
          <a:p xmlns:a="http://schemas.openxmlformats.org/drawingml/2006/main">
            <a:pPr>
              <a:defRPr sz="3150" b="0">
                <a:solidFill>
                  <a:srgbClr val="A17D2B"/>
                </a:solidFill>
              </a:defRPr>
            </a:pPr>
            <a:r>
              <a:rPr sz="3150" b="0">
                <a:solidFill>
                  <a:srgbClr val="A17D2B"/>
                </a:solidFill>
              </a:rPr>
              <a:t>03</a:t>
            </a:r>
          </a:p>
        </p:txBody>
      </p:sp>
      <p:sp>
        <p:nvSpPr>
          <p:cNvPr id="18" name="">
            <a:extLst xmlns:a="http://schemas.openxmlformats.org/drawingml/2006/main">
              <a:ext uri="{FF2B5EF4-FFF2-40B4-BE49-F238E27FC236}">
                <a16:creationId xmlns:a16="http://schemas.microsoft.com/office/drawing/2014/main" id="{B95D3607-9B30-4BCD-AFA8-6894F65B30C4}"/>
              </a:ext>
            </a:extLst>
          </p:cNvPr>
          <p:cNvSpPr>
            <a:spLocks xmlns:a="http://schemas.openxmlformats.org/drawingml/2006/main" noGrp="1"/>
          </p:cNvSpPr>
          <p:nvPr/>
        </p:nvSpPr>
        <p:spPr>
          <a:xfrm xmlns:a="http://schemas.openxmlformats.org/drawingml/2006/main">
            <a:off x="6191250" y="3648075"/>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1">
                <a:solidFill>
                  <a:srgbClr val="14264E"/>
                </a:solidFill>
              </a:defRPr>
            </a:defPPr>
            <a:lvl1pPr>
              <a:defRPr sz="2250" b="1">
                <a:solidFill>
                  <a:srgbClr val="14264E"/>
                </a:solidFill>
              </a:defRPr>
            </a:lvl1pPr>
            <a:lvl2pPr>
              <a:defRPr sz="2250" b="1">
                <a:solidFill>
                  <a:srgbClr val="14264E"/>
                </a:solidFill>
              </a:defRPr>
            </a:lvl2pPr>
            <a:lvl3pPr>
              <a:defRPr sz="2250" b="1">
                <a:solidFill>
                  <a:srgbClr val="14264E"/>
                </a:solidFill>
              </a:defRPr>
            </a:lvl3pPr>
            <a:lvl4pPr>
              <a:defRPr sz="2250" b="1">
                <a:solidFill>
                  <a:srgbClr val="14264E"/>
                </a:solidFill>
              </a:defRPr>
            </a:lvl4pPr>
            <a:lvl5pPr>
              <a:defRPr sz="2250" b="1">
                <a:solidFill>
                  <a:srgbClr val="14264E"/>
                </a:solidFill>
              </a:defRPr>
            </a:lvl5pPr>
            <a:lvl6pPr>
              <a:defRPr sz="2250" b="1">
                <a:solidFill>
                  <a:srgbClr val="14264E"/>
                </a:solidFill>
              </a:defRPr>
            </a:lvl6pPr>
            <a:lvl7pPr>
              <a:defRPr sz="2250" b="1">
                <a:solidFill>
                  <a:srgbClr val="14264E"/>
                </a:solidFill>
              </a:defRPr>
            </a:lvl7pPr>
            <a:lvl8pPr>
              <a:defRPr sz="2250" b="1">
                <a:solidFill>
                  <a:srgbClr val="14264E"/>
                </a:solidFill>
              </a:defRPr>
            </a:lvl8pPr>
            <a:lvl9pPr>
              <a:defRPr sz="2250" b="1">
                <a:solidFill>
                  <a:srgbClr val="14264E"/>
                </a:solidFill>
              </a:defRPr>
            </a:lvl9pPr>
          </a:lstStyle>
          <a:p xmlns:a="http://schemas.openxmlformats.org/drawingml/2006/main">
            <a:pPr>
              <a:defRPr sz="2250" b="1">
                <a:solidFill>
                  <a:srgbClr val="14264E"/>
                </a:solidFill>
              </a:defRPr>
            </a:pPr>
            <a:r>
              <a:rPr sz="2250" b="1">
                <a:solidFill>
                  <a:srgbClr val="14264E"/>
                </a:solidFill>
              </a:rPr>
              <a:t>Revisa</a:t>
            </a:r>
          </a:p>
        </p:txBody>
      </p:sp>
      <p:sp>
        <p:nvSpPr>
          <p:cNvPr id="19" name="">
            <a:extLst xmlns:a="http://schemas.openxmlformats.org/drawingml/2006/main">
              <a:ext uri="{FF2B5EF4-FFF2-40B4-BE49-F238E27FC236}">
                <a16:creationId xmlns:a16="http://schemas.microsoft.com/office/drawing/2014/main" id="{B6CA461F-5A7D-4C1C-82B4-09827B5D0142}"/>
              </a:ext>
            </a:extLst>
          </p:cNvPr>
          <p:cNvSpPr>
            <a:spLocks xmlns:a="http://schemas.openxmlformats.org/drawingml/2006/main" noGrp="1"/>
          </p:cNvSpPr>
          <p:nvPr/>
        </p:nvSpPr>
        <p:spPr>
          <a:xfrm xmlns:a="http://schemas.openxmlformats.org/drawingml/2006/main">
            <a:off x="6191250" y="4248150"/>
            <a:ext cx="2381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657187"/>
                </a:solidFill>
              </a:defRPr>
            </a:defPPr>
            <a:lvl1pPr>
              <a:defRPr sz="1725" b="0">
                <a:solidFill>
                  <a:srgbClr val="657187"/>
                </a:solidFill>
              </a:defRPr>
            </a:lvl1pPr>
            <a:lvl2pPr>
              <a:defRPr sz="1725" b="0">
                <a:solidFill>
                  <a:srgbClr val="657187"/>
                </a:solidFill>
              </a:defRPr>
            </a:lvl2pPr>
            <a:lvl3pPr>
              <a:defRPr sz="1725" b="0">
                <a:solidFill>
                  <a:srgbClr val="657187"/>
                </a:solidFill>
              </a:defRPr>
            </a:lvl3pPr>
            <a:lvl4pPr>
              <a:defRPr sz="1725" b="0">
                <a:solidFill>
                  <a:srgbClr val="657187"/>
                </a:solidFill>
              </a:defRPr>
            </a:lvl4pPr>
            <a:lvl5pPr>
              <a:defRPr sz="1725" b="0">
                <a:solidFill>
                  <a:srgbClr val="657187"/>
                </a:solidFill>
              </a:defRPr>
            </a:lvl5pPr>
            <a:lvl6pPr>
              <a:defRPr sz="1725" b="0">
                <a:solidFill>
                  <a:srgbClr val="657187"/>
                </a:solidFill>
              </a:defRPr>
            </a:lvl6pPr>
            <a:lvl7pPr>
              <a:defRPr sz="1725" b="0">
                <a:solidFill>
                  <a:srgbClr val="657187"/>
                </a:solidFill>
              </a:defRPr>
            </a:lvl7pPr>
            <a:lvl8pPr>
              <a:defRPr sz="1725" b="0">
                <a:solidFill>
                  <a:srgbClr val="657187"/>
                </a:solidFill>
              </a:defRPr>
            </a:lvl8pPr>
            <a:lvl9pPr>
              <a:defRPr sz="1725" b="0">
                <a:solidFill>
                  <a:srgbClr val="657187"/>
                </a:solidFill>
              </a:defRPr>
            </a:lvl9pPr>
          </a:lstStyle>
          <a:p xmlns:a="http://schemas.openxmlformats.org/drawingml/2006/main">
            <a:pPr>
              <a:defRPr sz="1725" b="0">
                <a:solidFill>
                  <a:srgbClr val="657187"/>
                </a:solidFill>
              </a:defRPr>
            </a:pPr>
            <a:r>
              <a:rPr sz="1725" b="0">
                <a:solidFill>
                  <a:srgbClr val="657187"/>
                </a:solidFill>
              </a:rPr>
              <a:t>Conceptos, intereses</a:t>
            </a:r>
          </a:p>
          <a:p xmlns:a="http://schemas.openxmlformats.org/drawingml/2006/main">
            <a:pPr>
              <a:defRPr sz="1725" b="0">
                <a:solidFill>
                  <a:srgbClr val="657187"/>
                </a:solidFill>
              </a:defRPr>
            </a:pPr>
            <a:r>
              <a:rPr sz="1725" b="0">
                <a:solidFill>
                  <a:srgbClr val="657187"/>
                </a:solidFill>
              </a:rPr>
              <a:t>y método simulado</a:t>
            </a:r>
          </a:p>
        </p:txBody>
      </p:sp>
      <p:sp>
        <p:nvSpPr>
          <p:cNvPr id="20" name="">
            <a:extLst xmlns:a="http://schemas.openxmlformats.org/drawingml/2006/main">
              <a:ext uri="{FF2B5EF4-FFF2-40B4-BE49-F238E27FC236}">
                <a16:creationId xmlns:a16="http://schemas.microsoft.com/office/drawing/2014/main" id="{D0C8F881-EDD7-45A0-892A-7A59C5A6046E}"/>
              </a:ext>
            </a:extLst>
          </p:cNvPr>
          <p:cNvSpPr>
            <a:spLocks xmlns:a="http://schemas.openxmlformats.org/drawingml/2006/main" noGrp="1"/>
          </p:cNvSpPr>
          <p:nvPr/>
        </p:nvSpPr>
        <p:spPr>
          <a:xfrm xmlns:a="http://schemas.openxmlformats.org/drawingml/2006/main">
            <a:off x="8515350" y="3581400"/>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A17D2B"/>
                </a:solidFill>
              </a:defRPr>
            </a:defPPr>
            <a:lvl1pPr>
              <a:defRPr sz="2250" b="0">
                <a:solidFill>
                  <a:srgbClr val="A17D2B"/>
                </a:solidFill>
              </a:defRPr>
            </a:lvl1pPr>
            <a:lvl2pPr>
              <a:defRPr sz="2250" b="0">
                <a:solidFill>
                  <a:srgbClr val="A17D2B"/>
                </a:solidFill>
              </a:defRPr>
            </a:lvl2pPr>
            <a:lvl3pPr>
              <a:defRPr sz="2250" b="0">
                <a:solidFill>
                  <a:srgbClr val="A17D2B"/>
                </a:solidFill>
              </a:defRPr>
            </a:lvl3pPr>
            <a:lvl4pPr>
              <a:defRPr sz="2250" b="0">
                <a:solidFill>
                  <a:srgbClr val="A17D2B"/>
                </a:solidFill>
              </a:defRPr>
            </a:lvl4pPr>
            <a:lvl5pPr>
              <a:defRPr sz="2250" b="0">
                <a:solidFill>
                  <a:srgbClr val="A17D2B"/>
                </a:solidFill>
              </a:defRPr>
            </a:lvl5pPr>
            <a:lvl6pPr>
              <a:defRPr sz="2250" b="0">
                <a:solidFill>
                  <a:srgbClr val="A17D2B"/>
                </a:solidFill>
              </a:defRPr>
            </a:lvl6pPr>
            <a:lvl7pPr>
              <a:defRPr sz="2250" b="0">
                <a:solidFill>
                  <a:srgbClr val="A17D2B"/>
                </a:solidFill>
              </a:defRPr>
            </a:lvl7pPr>
            <a:lvl8pPr>
              <a:defRPr sz="2250" b="0">
                <a:solidFill>
                  <a:srgbClr val="A17D2B"/>
                </a:solidFill>
              </a:defRPr>
            </a:lvl8pPr>
            <a:lvl9pPr>
              <a:defRPr sz="2250" b="0">
                <a:solidFill>
                  <a:srgbClr val="A17D2B"/>
                </a:solidFill>
              </a:defRPr>
            </a:lvl9pPr>
          </a:lstStyle>
          <a:p xmlns:a="http://schemas.openxmlformats.org/drawingml/2006/main">
            <a:pPr>
              <a:defRPr sz="2250" b="0">
                <a:solidFill>
                  <a:srgbClr val="A17D2B"/>
                </a:solidFill>
              </a:defRPr>
            </a:pPr>
            <a:r>
              <a:rPr sz="2250" b="0">
                <a:solidFill>
                  <a:srgbClr val="A17D2B"/>
                </a:solidFill>
              </a:rPr>
              <a:t>→</a:t>
            </a:r>
          </a:p>
        </p:txBody>
      </p:sp>
      <p:sp>
        <p:nvSpPr>
          <p:cNvPr id="21" name="">
            <a:extLst xmlns:a="http://schemas.openxmlformats.org/drawingml/2006/main">
              <a:ext uri="{FF2B5EF4-FFF2-40B4-BE49-F238E27FC236}">
                <a16:creationId xmlns:a16="http://schemas.microsoft.com/office/drawing/2014/main" id="{50816F13-0BCD-4C56-9EF7-9FF9FEA93985}"/>
              </a:ext>
            </a:extLst>
          </p:cNvPr>
          <p:cNvSpPr>
            <a:spLocks xmlns:a="http://schemas.openxmlformats.org/drawingml/2006/main" noGrp="1"/>
          </p:cNvSpPr>
          <p:nvPr/>
        </p:nvSpPr>
        <p:spPr>
          <a:xfrm xmlns:a="http://schemas.openxmlformats.org/drawingml/2006/main">
            <a:off x="8982075" y="2886075"/>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150" b="0">
                <a:solidFill>
                  <a:srgbClr val="A17D2B"/>
                </a:solidFill>
              </a:defRPr>
            </a:defPPr>
            <a:lvl1pPr>
              <a:defRPr sz="3150" b="0">
                <a:solidFill>
                  <a:srgbClr val="A17D2B"/>
                </a:solidFill>
              </a:defRPr>
            </a:lvl1pPr>
            <a:lvl2pPr>
              <a:defRPr sz="3150" b="0">
                <a:solidFill>
                  <a:srgbClr val="A17D2B"/>
                </a:solidFill>
              </a:defRPr>
            </a:lvl2pPr>
            <a:lvl3pPr>
              <a:defRPr sz="3150" b="0">
                <a:solidFill>
                  <a:srgbClr val="A17D2B"/>
                </a:solidFill>
              </a:defRPr>
            </a:lvl3pPr>
            <a:lvl4pPr>
              <a:defRPr sz="3150" b="0">
                <a:solidFill>
                  <a:srgbClr val="A17D2B"/>
                </a:solidFill>
              </a:defRPr>
            </a:lvl4pPr>
            <a:lvl5pPr>
              <a:defRPr sz="3150" b="0">
                <a:solidFill>
                  <a:srgbClr val="A17D2B"/>
                </a:solidFill>
              </a:defRPr>
            </a:lvl5pPr>
            <a:lvl6pPr>
              <a:defRPr sz="3150" b="0">
                <a:solidFill>
                  <a:srgbClr val="A17D2B"/>
                </a:solidFill>
              </a:defRPr>
            </a:lvl6pPr>
            <a:lvl7pPr>
              <a:defRPr sz="3150" b="0">
                <a:solidFill>
                  <a:srgbClr val="A17D2B"/>
                </a:solidFill>
              </a:defRPr>
            </a:lvl7pPr>
            <a:lvl8pPr>
              <a:defRPr sz="3150" b="0">
                <a:solidFill>
                  <a:srgbClr val="A17D2B"/>
                </a:solidFill>
              </a:defRPr>
            </a:lvl8pPr>
            <a:lvl9pPr>
              <a:defRPr sz="3150" b="0">
                <a:solidFill>
                  <a:srgbClr val="A17D2B"/>
                </a:solidFill>
              </a:defRPr>
            </a:lvl9pPr>
          </a:lstStyle>
          <a:p xmlns:a="http://schemas.openxmlformats.org/drawingml/2006/main">
            <a:pPr>
              <a:defRPr sz="3150" b="0">
                <a:solidFill>
                  <a:srgbClr val="A17D2B"/>
                </a:solidFill>
              </a:defRPr>
            </a:pPr>
            <a:r>
              <a:rPr sz="3150" b="0">
                <a:solidFill>
                  <a:srgbClr val="A17D2B"/>
                </a:solidFill>
              </a:rPr>
              <a:t>04</a:t>
            </a:r>
          </a:p>
        </p:txBody>
      </p:sp>
      <p:sp>
        <p:nvSpPr>
          <p:cNvPr id="22" name="">
            <a:extLst xmlns:a="http://schemas.openxmlformats.org/drawingml/2006/main">
              <a:ext uri="{FF2B5EF4-FFF2-40B4-BE49-F238E27FC236}">
                <a16:creationId xmlns:a16="http://schemas.microsoft.com/office/drawing/2014/main" id="{41C7E68D-B98D-43C6-8A0F-BAF5DC89AFDC}"/>
              </a:ext>
            </a:extLst>
          </p:cNvPr>
          <p:cNvSpPr>
            <a:spLocks xmlns:a="http://schemas.openxmlformats.org/drawingml/2006/main" noGrp="1"/>
          </p:cNvSpPr>
          <p:nvPr/>
        </p:nvSpPr>
        <p:spPr>
          <a:xfrm xmlns:a="http://schemas.openxmlformats.org/drawingml/2006/main">
            <a:off x="8982075" y="3648075"/>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1">
                <a:solidFill>
                  <a:srgbClr val="14264E"/>
                </a:solidFill>
              </a:defRPr>
            </a:defPPr>
            <a:lvl1pPr>
              <a:defRPr sz="2250" b="1">
                <a:solidFill>
                  <a:srgbClr val="14264E"/>
                </a:solidFill>
              </a:defRPr>
            </a:lvl1pPr>
            <a:lvl2pPr>
              <a:defRPr sz="2250" b="1">
                <a:solidFill>
                  <a:srgbClr val="14264E"/>
                </a:solidFill>
              </a:defRPr>
            </a:lvl2pPr>
            <a:lvl3pPr>
              <a:defRPr sz="2250" b="1">
                <a:solidFill>
                  <a:srgbClr val="14264E"/>
                </a:solidFill>
              </a:defRPr>
            </a:lvl3pPr>
            <a:lvl4pPr>
              <a:defRPr sz="2250" b="1">
                <a:solidFill>
                  <a:srgbClr val="14264E"/>
                </a:solidFill>
              </a:defRPr>
            </a:lvl4pPr>
            <a:lvl5pPr>
              <a:defRPr sz="2250" b="1">
                <a:solidFill>
                  <a:srgbClr val="14264E"/>
                </a:solidFill>
              </a:defRPr>
            </a:lvl5pPr>
            <a:lvl6pPr>
              <a:defRPr sz="2250" b="1">
                <a:solidFill>
                  <a:srgbClr val="14264E"/>
                </a:solidFill>
              </a:defRPr>
            </a:lvl6pPr>
            <a:lvl7pPr>
              <a:defRPr sz="2250" b="1">
                <a:solidFill>
                  <a:srgbClr val="14264E"/>
                </a:solidFill>
              </a:defRPr>
            </a:lvl7pPr>
            <a:lvl8pPr>
              <a:defRPr sz="2250" b="1">
                <a:solidFill>
                  <a:srgbClr val="14264E"/>
                </a:solidFill>
              </a:defRPr>
            </a:lvl8pPr>
            <a:lvl9pPr>
              <a:defRPr sz="2250" b="1">
                <a:solidFill>
                  <a:srgbClr val="14264E"/>
                </a:solidFill>
              </a:defRPr>
            </a:lvl9pPr>
          </a:lstStyle>
          <a:p xmlns:a="http://schemas.openxmlformats.org/drawingml/2006/main">
            <a:pPr>
              <a:defRPr sz="2250" b="1">
                <a:solidFill>
                  <a:srgbClr val="14264E"/>
                </a:solidFill>
              </a:defRPr>
            </a:pPr>
            <a:r>
              <a:rPr sz="2250" b="1">
                <a:solidFill>
                  <a:srgbClr val="14264E"/>
                </a:solidFill>
              </a:rPr>
              <a:t>Confirma</a:t>
            </a:r>
          </a:p>
        </p:txBody>
      </p:sp>
      <p:sp>
        <p:nvSpPr>
          <p:cNvPr id="23" name="">
            <a:extLst xmlns:a="http://schemas.openxmlformats.org/drawingml/2006/main">
              <a:ext uri="{FF2B5EF4-FFF2-40B4-BE49-F238E27FC236}">
                <a16:creationId xmlns:a16="http://schemas.microsoft.com/office/drawing/2014/main" id="{646D6352-A16B-48E8-8D04-A8C206BA9FB9}"/>
              </a:ext>
            </a:extLst>
          </p:cNvPr>
          <p:cNvSpPr>
            <a:spLocks xmlns:a="http://schemas.openxmlformats.org/drawingml/2006/main" noGrp="1"/>
          </p:cNvSpPr>
          <p:nvPr/>
        </p:nvSpPr>
        <p:spPr>
          <a:xfrm xmlns:a="http://schemas.openxmlformats.org/drawingml/2006/main">
            <a:off x="8982075" y="4248150"/>
            <a:ext cx="2381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657187"/>
                </a:solidFill>
              </a:defRPr>
            </a:defPPr>
            <a:lvl1pPr>
              <a:defRPr sz="1725" b="0">
                <a:solidFill>
                  <a:srgbClr val="657187"/>
                </a:solidFill>
              </a:defRPr>
            </a:lvl1pPr>
            <a:lvl2pPr>
              <a:defRPr sz="1725" b="0">
                <a:solidFill>
                  <a:srgbClr val="657187"/>
                </a:solidFill>
              </a:defRPr>
            </a:lvl2pPr>
            <a:lvl3pPr>
              <a:defRPr sz="1725" b="0">
                <a:solidFill>
                  <a:srgbClr val="657187"/>
                </a:solidFill>
              </a:defRPr>
            </a:lvl3pPr>
            <a:lvl4pPr>
              <a:defRPr sz="1725" b="0">
                <a:solidFill>
                  <a:srgbClr val="657187"/>
                </a:solidFill>
              </a:defRPr>
            </a:lvl4pPr>
            <a:lvl5pPr>
              <a:defRPr sz="1725" b="0">
                <a:solidFill>
                  <a:srgbClr val="657187"/>
                </a:solidFill>
              </a:defRPr>
            </a:lvl5pPr>
            <a:lvl6pPr>
              <a:defRPr sz="1725" b="0">
                <a:solidFill>
                  <a:srgbClr val="657187"/>
                </a:solidFill>
              </a:defRPr>
            </a:lvl6pPr>
            <a:lvl7pPr>
              <a:defRPr sz="1725" b="0">
                <a:solidFill>
                  <a:srgbClr val="657187"/>
                </a:solidFill>
              </a:defRPr>
            </a:lvl7pPr>
            <a:lvl8pPr>
              <a:defRPr sz="1725" b="0">
                <a:solidFill>
                  <a:srgbClr val="657187"/>
                </a:solidFill>
              </a:defRPr>
            </a:lvl8pPr>
            <a:lvl9pPr>
              <a:defRPr sz="1725" b="0">
                <a:solidFill>
                  <a:srgbClr val="657187"/>
                </a:solidFill>
              </a:defRPr>
            </a:lvl9pPr>
          </a:lstStyle>
          <a:p xmlns:a="http://schemas.openxmlformats.org/drawingml/2006/main">
            <a:pPr>
              <a:defRPr sz="1725" b="0">
                <a:solidFill>
                  <a:srgbClr val="657187"/>
                </a:solidFill>
              </a:defRPr>
            </a:pPr>
            <a:r>
              <a:rPr sz="1725" b="0">
                <a:solidFill>
                  <a:srgbClr val="657187"/>
                </a:solidFill>
              </a:rPr>
              <a:t>Constancia y</a:t>
            </a:r>
          </a:p>
          <a:p xmlns:a="http://schemas.openxmlformats.org/drawingml/2006/main">
            <a:pPr>
              <a:defRPr sz="1725" b="0">
                <a:solidFill>
                  <a:srgbClr val="657187"/>
                </a:solidFill>
              </a:defRPr>
            </a:pPr>
            <a:r>
              <a:rPr sz="1725" b="0">
                <a:solidFill>
                  <a:srgbClr val="657187"/>
                </a:solidFill>
              </a:rPr>
              <a:t>saldo actualizado</a:t>
            </a:r>
          </a:p>
        </p:txBody>
      </p:sp>
      <p:sp>
        <p:nvSpPr>
          <p:cNvPr id="24" name="">
            <a:extLst xmlns:a="http://schemas.openxmlformats.org/drawingml/2006/main">
              <a:ext uri="{FF2B5EF4-FFF2-40B4-BE49-F238E27FC236}">
                <a16:creationId xmlns:a16="http://schemas.microsoft.com/office/drawing/2014/main" id="{4FFC471D-A542-4E96-A4B7-F8388DCEDB13}"/>
              </a:ext>
            </a:extLst>
          </p:cNvPr>
          <p:cNvSpPr>
            <a:spLocks xmlns:a="http://schemas.openxmlformats.org/drawingml/2006/main" noGrp="1"/>
          </p:cNvSpPr>
          <p:nvPr/>
        </p:nvSpPr>
        <p:spPr>
          <a:xfrm xmlns:a="http://schemas.openxmlformats.org/drawingml/2006/main">
            <a:off x="609600" y="5381625"/>
            <a:ext cx="10972800" cy="9525"/>
          </a:xfrm>
          <a:prstGeom xmlns:a="http://schemas.openxmlformats.org/drawingml/2006/main" prst="rect">
            <a:avLst/>
          </a:prstGeom>
          <a:solidFill xmlns:a="http://schemas.openxmlformats.org/drawingml/2006/main">
            <a:srgbClr val="DADFE6"/>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3E3BC76-2C98-41E5-B96E-7FEEFF0B8317}"/>
              </a:ext>
            </a:extLst>
          </p:cNvPr>
          <p:cNvSpPr>
            <a:spLocks xmlns:a="http://schemas.openxmlformats.org/drawingml/2006/main" noGrp="1"/>
          </p:cNvSpPr>
          <p:nvPr/>
        </p:nvSpPr>
        <p:spPr>
          <a:xfrm xmlns:a="http://schemas.openxmlformats.org/drawingml/2006/main">
            <a:off x="609600" y="5600700"/>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14264E"/>
                </a:solidFill>
              </a:defRPr>
            </a:defPPr>
            <a:lvl1pPr>
              <a:defRPr sz="1725" b="0">
                <a:solidFill>
                  <a:srgbClr val="14264E"/>
                </a:solidFill>
              </a:defRPr>
            </a:lvl1pPr>
            <a:lvl2pPr>
              <a:defRPr sz="1725" b="0">
                <a:solidFill>
                  <a:srgbClr val="14264E"/>
                </a:solidFill>
              </a:defRPr>
            </a:lvl2pPr>
            <a:lvl3pPr>
              <a:defRPr sz="1725" b="0">
                <a:solidFill>
                  <a:srgbClr val="14264E"/>
                </a:solidFill>
              </a:defRPr>
            </a:lvl3pPr>
            <a:lvl4pPr>
              <a:defRPr sz="1725" b="0">
                <a:solidFill>
                  <a:srgbClr val="14264E"/>
                </a:solidFill>
              </a:defRPr>
            </a:lvl4pPr>
            <a:lvl5pPr>
              <a:defRPr sz="1725" b="0">
                <a:solidFill>
                  <a:srgbClr val="14264E"/>
                </a:solidFill>
              </a:defRPr>
            </a:lvl5pPr>
            <a:lvl6pPr>
              <a:defRPr sz="1725" b="0">
                <a:solidFill>
                  <a:srgbClr val="14264E"/>
                </a:solidFill>
              </a:defRPr>
            </a:lvl6pPr>
            <a:lvl7pPr>
              <a:defRPr sz="1725" b="0">
                <a:solidFill>
                  <a:srgbClr val="14264E"/>
                </a:solidFill>
              </a:defRPr>
            </a:lvl7pPr>
            <a:lvl8pPr>
              <a:defRPr sz="1725" b="0">
                <a:solidFill>
                  <a:srgbClr val="14264E"/>
                </a:solidFill>
              </a:defRPr>
            </a:lvl8pPr>
            <a:lvl9pPr>
              <a:defRPr sz="1725" b="0">
                <a:solidFill>
                  <a:srgbClr val="14264E"/>
                </a:solidFill>
              </a:defRPr>
            </a:lvl9pPr>
          </a:lstStyle>
          <a:p xmlns:a="http://schemas.openxmlformats.org/drawingml/2006/main">
            <a:pPr>
              <a:defRPr sz="1725" b="0">
                <a:solidFill>
                  <a:srgbClr val="14264E"/>
                </a:solidFill>
              </a:defRPr>
            </a:pPr>
            <a:r>
              <a:rPr sz="1725" b="0">
                <a:solidFill>
                  <a:srgbClr val="14264E"/>
                </a:solidFill>
              </a:rPr>
              <a:t>Volver conserva la selección. Confirmar actualiza el saldo. Reiniciar restablece el caso.</a:t>
            </a:r>
          </a:p>
        </p:txBody>
      </p:sp>
    </p:spTree>
    <p:extLst>
      <p:ext uri="{BB962C8B-B14F-4D97-AF65-F5344CB8AC3E}">
        <p14:creationId xmlns:p14="http://schemas.microsoft.com/office/powerpoint/2010/main" val="109941932"/>
      </p:ext>
    </p:extLst>
  </p:cSld>
</p:sld>
</file>

<file path=ppt/slides/slide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D453CD1-A530-44D0-9EDA-2AA425124E0C}"/>
              </a:ext>
            </a:extLst>
          </p:cNvPr>
          <p:cNvSpPr>
            <a:spLocks xmlns:a="http://schemas.openxmlformats.org/drawingml/2006/main" noGrp="1"/>
          </p:cNvSpPr>
          <p:nvPr/>
        </p:nvSpPr>
        <p:spPr>
          <a:xfrm xmlns:a="http://schemas.openxmlformats.org/drawingml/2006/main">
            <a:off x="609600" y="533400"/>
            <a:ext cx="419100" cy="38100"/>
          </a:xfrm>
          <a:prstGeom xmlns:a="http://schemas.openxmlformats.org/drawingml/2006/main" prst="rect">
            <a:avLst/>
          </a:prstGeom>
          <a:solidFill xmlns:a="http://schemas.openxmlformats.org/drawingml/2006/main">
            <a:srgbClr val="A17D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9CBCD2D-707B-483C-A096-CA75D2030904}"/>
              </a:ext>
            </a:extLst>
          </p:cNvPr>
          <p:cNvSpPr>
            <a:spLocks xmlns:a="http://schemas.openxmlformats.org/drawingml/2006/main" noGrp="1"/>
          </p:cNvSpPr>
          <p:nvPr/>
        </p:nvSpPr>
        <p:spPr>
          <a:xfrm xmlns:a="http://schemas.openxmlformats.org/drawingml/2006/main">
            <a:off x="1181100" y="3810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1">
                <a:solidFill>
                  <a:srgbClr val="A17D2B"/>
                </a:solidFill>
              </a:defRPr>
            </a:defPPr>
            <a:lvl1pPr>
              <a:defRPr sz="975" b="1">
                <a:solidFill>
                  <a:srgbClr val="A17D2B"/>
                </a:solidFill>
              </a:defRPr>
            </a:lvl1pPr>
            <a:lvl2pPr>
              <a:defRPr sz="975" b="1">
                <a:solidFill>
                  <a:srgbClr val="A17D2B"/>
                </a:solidFill>
              </a:defRPr>
            </a:lvl2pPr>
            <a:lvl3pPr>
              <a:defRPr sz="975" b="1">
                <a:solidFill>
                  <a:srgbClr val="A17D2B"/>
                </a:solidFill>
              </a:defRPr>
            </a:lvl3pPr>
            <a:lvl4pPr>
              <a:defRPr sz="975" b="1">
                <a:solidFill>
                  <a:srgbClr val="A17D2B"/>
                </a:solidFill>
              </a:defRPr>
            </a:lvl4pPr>
            <a:lvl5pPr>
              <a:defRPr sz="975" b="1">
                <a:solidFill>
                  <a:srgbClr val="A17D2B"/>
                </a:solidFill>
              </a:defRPr>
            </a:lvl5pPr>
            <a:lvl6pPr>
              <a:defRPr sz="975" b="1">
                <a:solidFill>
                  <a:srgbClr val="A17D2B"/>
                </a:solidFill>
              </a:defRPr>
            </a:lvl6pPr>
            <a:lvl7pPr>
              <a:defRPr sz="975" b="1">
                <a:solidFill>
                  <a:srgbClr val="A17D2B"/>
                </a:solidFill>
              </a:defRPr>
            </a:lvl7pPr>
            <a:lvl8pPr>
              <a:defRPr sz="975" b="1">
                <a:solidFill>
                  <a:srgbClr val="A17D2B"/>
                </a:solidFill>
              </a:defRPr>
            </a:lvl8pPr>
            <a:lvl9pPr>
              <a:defRPr sz="975" b="1">
                <a:solidFill>
                  <a:srgbClr val="A17D2B"/>
                </a:solidFill>
              </a:defRPr>
            </a:lvl9pPr>
          </a:lstStyle>
          <a:p xmlns:a="http://schemas.openxmlformats.org/drawingml/2006/main">
            <a:pPr>
              <a:defRPr sz="975" b="1">
                <a:solidFill>
                  <a:srgbClr val="A17D2B"/>
                </a:solidFill>
              </a:defRPr>
            </a:pPr>
            <a:r>
              <a:rPr sz="975" b="1">
                <a:solidFill>
                  <a:srgbClr val="A17D2B"/>
                </a:solidFill>
              </a:rPr>
              <a:t>TRIBUTAFÁCIL / GRUPO 4</a:t>
            </a:r>
          </a:p>
        </p:txBody>
      </p:sp>
      <p:sp>
        <p:nvSpPr>
          <p:cNvPr id="4" name="">
            <a:extLst xmlns:a="http://schemas.openxmlformats.org/drawingml/2006/main">
              <a:ext uri="{FF2B5EF4-FFF2-40B4-BE49-F238E27FC236}">
                <a16:creationId xmlns:a16="http://schemas.microsoft.com/office/drawing/2014/main" id="{705E0D69-B807-41B8-8970-0E4666151E0B}"/>
              </a:ext>
            </a:extLst>
          </p:cNvPr>
          <p:cNvSpPr>
            <a:spLocks xmlns:a="http://schemas.openxmlformats.org/drawingml/2006/main" noGrp="1"/>
          </p:cNvSpPr>
          <p:nvPr/>
        </p:nvSpPr>
        <p:spPr>
          <a:xfrm xmlns:a="http://schemas.openxmlformats.org/drawingml/2006/main">
            <a:off x="11049000" y="38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657187"/>
                </a:solidFill>
              </a:defRPr>
            </a:defPPr>
            <a:lvl1pPr>
              <a:defRPr sz="1050" b="0">
                <a:solidFill>
                  <a:srgbClr val="657187"/>
                </a:solidFill>
              </a:defRPr>
            </a:lvl1pPr>
            <a:lvl2pPr>
              <a:defRPr sz="1050" b="0">
                <a:solidFill>
                  <a:srgbClr val="657187"/>
                </a:solidFill>
              </a:defRPr>
            </a:lvl2pPr>
            <a:lvl3pPr>
              <a:defRPr sz="1050" b="0">
                <a:solidFill>
                  <a:srgbClr val="657187"/>
                </a:solidFill>
              </a:defRPr>
            </a:lvl3pPr>
            <a:lvl4pPr>
              <a:defRPr sz="1050" b="0">
                <a:solidFill>
                  <a:srgbClr val="657187"/>
                </a:solidFill>
              </a:defRPr>
            </a:lvl4pPr>
            <a:lvl5pPr>
              <a:defRPr sz="1050" b="0">
                <a:solidFill>
                  <a:srgbClr val="657187"/>
                </a:solidFill>
              </a:defRPr>
            </a:lvl5pPr>
            <a:lvl6pPr>
              <a:defRPr sz="1050" b="0">
                <a:solidFill>
                  <a:srgbClr val="657187"/>
                </a:solidFill>
              </a:defRPr>
            </a:lvl6pPr>
            <a:lvl7pPr>
              <a:defRPr sz="1050" b="0">
                <a:solidFill>
                  <a:srgbClr val="657187"/>
                </a:solidFill>
              </a:defRPr>
            </a:lvl7pPr>
            <a:lvl8pPr>
              <a:defRPr sz="1050" b="0">
                <a:solidFill>
                  <a:srgbClr val="657187"/>
                </a:solidFill>
              </a:defRPr>
            </a:lvl8pPr>
            <a:lvl9pPr>
              <a:defRPr sz="1050" b="0">
                <a:solidFill>
                  <a:srgbClr val="657187"/>
                </a:solidFill>
              </a:defRPr>
            </a:lvl9pPr>
          </a:lstStyle>
          <a:p xmlns:a="http://schemas.openxmlformats.org/drawingml/2006/main">
            <a:pPr>
              <a:defRPr sz="1050" b="0">
                <a:solidFill>
                  <a:srgbClr val="657187"/>
                </a:solidFill>
              </a:defRPr>
            </a:pPr>
            <a:r>
              <a:rPr sz="1050" b="0">
                <a:solidFill>
                  <a:srgbClr val="657187"/>
                </a:solidFill>
              </a:rPr>
              <a:t>09</a:t>
            </a:r>
          </a:p>
        </p:txBody>
      </p:sp>
      <p:sp>
        <p:nvSpPr>
          <p:cNvPr id="5" name="">
            <a:extLst xmlns:a="http://schemas.openxmlformats.org/drawingml/2006/main">
              <a:ext uri="{FF2B5EF4-FFF2-40B4-BE49-F238E27FC236}">
                <a16:creationId xmlns:a16="http://schemas.microsoft.com/office/drawing/2014/main" id="{3EBD6735-A268-44FE-A8CE-897C9E9511CC}"/>
              </a:ext>
            </a:extLst>
          </p:cNvPr>
          <p:cNvSpPr>
            <a:spLocks xmlns:a="http://schemas.openxmlformats.org/drawingml/2006/main" noGrp="1"/>
          </p:cNvSpPr>
          <p:nvPr/>
        </p:nvSpPr>
        <p:spPr>
          <a:xfrm xmlns:a="http://schemas.openxmlformats.org/drawingml/2006/main">
            <a:off x="609600" y="1028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4264E"/>
                </a:solidFill>
              </a:defRPr>
            </a:defPPr>
            <a:lvl1pPr>
              <a:defRPr sz="3300" b="1">
                <a:solidFill>
                  <a:srgbClr val="14264E"/>
                </a:solidFill>
              </a:defRPr>
            </a:lvl1pPr>
            <a:lvl2pPr>
              <a:defRPr sz="3300" b="1">
                <a:solidFill>
                  <a:srgbClr val="14264E"/>
                </a:solidFill>
              </a:defRPr>
            </a:lvl2pPr>
            <a:lvl3pPr>
              <a:defRPr sz="3300" b="1">
                <a:solidFill>
                  <a:srgbClr val="14264E"/>
                </a:solidFill>
              </a:defRPr>
            </a:lvl3pPr>
            <a:lvl4pPr>
              <a:defRPr sz="3300" b="1">
                <a:solidFill>
                  <a:srgbClr val="14264E"/>
                </a:solidFill>
              </a:defRPr>
            </a:lvl4pPr>
            <a:lvl5pPr>
              <a:defRPr sz="3300" b="1">
                <a:solidFill>
                  <a:srgbClr val="14264E"/>
                </a:solidFill>
              </a:defRPr>
            </a:lvl5pPr>
            <a:lvl6pPr>
              <a:defRPr sz="3300" b="1">
                <a:solidFill>
                  <a:srgbClr val="14264E"/>
                </a:solidFill>
              </a:defRPr>
            </a:lvl6pPr>
            <a:lvl7pPr>
              <a:defRPr sz="3300" b="1">
                <a:solidFill>
                  <a:srgbClr val="14264E"/>
                </a:solidFill>
              </a:defRPr>
            </a:lvl7pPr>
            <a:lvl8pPr>
              <a:defRPr sz="3300" b="1">
                <a:solidFill>
                  <a:srgbClr val="14264E"/>
                </a:solidFill>
              </a:defRPr>
            </a:lvl8pPr>
            <a:lvl9pPr>
              <a:defRPr sz="3300" b="1">
                <a:solidFill>
                  <a:srgbClr val="14264E"/>
                </a:solidFill>
              </a:defRPr>
            </a:lvl9pPr>
          </a:lstStyle>
          <a:p xmlns:a="http://schemas.openxmlformats.org/drawingml/2006/main">
            <a:pPr>
              <a:defRPr sz="3300" b="1">
                <a:solidFill>
                  <a:srgbClr val="14264E"/>
                </a:solidFill>
              </a:defRPr>
            </a:pPr>
            <a:r>
              <a:rPr sz="3300" b="1">
                <a:solidFill>
                  <a:srgbClr val="14264E"/>
                </a:solidFill>
              </a:rPr>
              <a:t>Especificaciones verificables</a:t>
            </a:r>
          </a:p>
        </p:txBody>
      </p:sp>
      <p:sp>
        <p:nvSpPr>
          <p:cNvPr id="6" name="">
            <a:extLst xmlns:a="http://schemas.openxmlformats.org/drawingml/2006/main">
              <a:ext uri="{FF2B5EF4-FFF2-40B4-BE49-F238E27FC236}">
                <a16:creationId xmlns:a16="http://schemas.microsoft.com/office/drawing/2014/main" id="{ED132099-46EE-4A07-A07B-80C50F352A0D}"/>
              </a:ext>
            </a:extLst>
          </p:cNvPr>
          <p:cNvSpPr>
            <a:spLocks xmlns:a="http://schemas.openxmlformats.org/drawingml/2006/main" noGrp="1"/>
          </p:cNvSpPr>
          <p:nvPr/>
        </p:nvSpPr>
        <p:spPr>
          <a:xfrm xmlns:a="http://schemas.openxmlformats.org/drawingml/2006/main">
            <a:off x="609600" y="19240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657187"/>
                </a:solidFill>
              </a:defRPr>
            </a:defPPr>
            <a:lvl1pPr>
              <a:defRPr sz="1725" b="0">
                <a:solidFill>
                  <a:srgbClr val="657187"/>
                </a:solidFill>
              </a:defRPr>
            </a:lvl1pPr>
            <a:lvl2pPr>
              <a:defRPr sz="1725" b="0">
                <a:solidFill>
                  <a:srgbClr val="657187"/>
                </a:solidFill>
              </a:defRPr>
            </a:lvl2pPr>
            <a:lvl3pPr>
              <a:defRPr sz="1725" b="0">
                <a:solidFill>
                  <a:srgbClr val="657187"/>
                </a:solidFill>
              </a:defRPr>
            </a:lvl3pPr>
            <a:lvl4pPr>
              <a:defRPr sz="1725" b="0">
                <a:solidFill>
                  <a:srgbClr val="657187"/>
                </a:solidFill>
              </a:defRPr>
            </a:lvl4pPr>
            <a:lvl5pPr>
              <a:defRPr sz="1725" b="0">
                <a:solidFill>
                  <a:srgbClr val="657187"/>
                </a:solidFill>
              </a:defRPr>
            </a:lvl5pPr>
            <a:lvl6pPr>
              <a:defRPr sz="1725" b="0">
                <a:solidFill>
                  <a:srgbClr val="657187"/>
                </a:solidFill>
              </a:defRPr>
            </a:lvl6pPr>
            <a:lvl7pPr>
              <a:defRPr sz="1725" b="0">
                <a:solidFill>
                  <a:srgbClr val="657187"/>
                </a:solidFill>
              </a:defRPr>
            </a:lvl7pPr>
            <a:lvl8pPr>
              <a:defRPr sz="1725" b="0">
                <a:solidFill>
                  <a:srgbClr val="657187"/>
                </a:solidFill>
              </a:defRPr>
            </a:lvl8pPr>
            <a:lvl9pPr>
              <a:defRPr sz="1725" b="0">
                <a:solidFill>
                  <a:srgbClr val="657187"/>
                </a:solidFill>
              </a:defRPr>
            </a:lvl9pPr>
          </a:lstStyle>
          <a:p xmlns:a="http://schemas.openxmlformats.org/drawingml/2006/main">
            <a:pPr>
              <a:defRPr sz="1725" b="0">
                <a:solidFill>
                  <a:srgbClr val="657187"/>
                </a:solidFill>
              </a:defRPr>
            </a:pPr>
            <a:r>
              <a:rPr sz="1725" b="0">
                <a:solidFill>
                  <a:srgbClr val="657187"/>
                </a:solidFill>
              </a:rPr>
              <a:t>De la historia a una regla que podemos ejecutar y comprobar.</a:t>
            </a:r>
          </a:p>
        </p:txBody>
      </p:sp>
      <p:sp>
        <p:nvSpPr>
          <p:cNvPr id="7" name="">
            <a:extLst xmlns:a="http://schemas.openxmlformats.org/drawingml/2006/main">
              <a:ext uri="{FF2B5EF4-FFF2-40B4-BE49-F238E27FC236}">
                <a16:creationId xmlns:a16="http://schemas.microsoft.com/office/drawing/2014/main" id="{D161832F-EAAF-4E32-954E-EB6936F41DA0}"/>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ADFE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B76EBDD-E5D1-4311-BA93-EF0B384FE509}"/>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657187"/>
                </a:solidFill>
              </a:defRPr>
            </a:defPPr>
            <a:lvl1pPr>
              <a:defRPr sz="900" b="0">
                <a:solidFill>
                  <a:srgbClr val="657187"/>
                </a:solidFill>
              </a:defRPr>
            </a:lvl1pPr>
            <a:lvl2pPr>
              <a:defRPr sz="900" b="0">
                <a:solidFill>
                  <a:srgbClr val="657187"/>
                </a:solidFill>
              </a:defRPr>
            </a:lvl2pPr>
            <a:lvl3pPr>
              <a:defRPr sz="900" b="0">
                <a:solidFill>
                  <a:srgbClr val="657187"/>
                </a:solidFill>
              </a:defRPr>
            </a:lvl3pPr>
            <a:lvl4pPr>
              <a:defRPr sz="900" b="0">
                <a:solidFill>
                  <a:srgbClr val="657187"/>
                </a:solidFill>
              </a:defRPr>
            </a:lvl4pPr>
            <a:lvl5pPr>
              <a:defRPr sz="900" b="0">
                <a:solidFill>
                  <a:srgbClr val="657187"/>
                </a:solidFill>
              </a:defRPr>
            </a:lvl5pPr>
            <a:lvl6pPr>
              <a:defRPr sz="900" b="0">
                <a:solidFill>
                  <a:srgbClr val="657187"/>
                </a:solidFill>
              </a:defRPr>
            </a:lvl6pPr>
            <a:lvl7pPr>
              <a:defRPr sz="900" b="0">
                <a:solidFill>
                  <a:srgbClr val="657187"/>
                </a:solidFill>
              </a:defRPr>
            </a:lvl7pPr>
            <a:lvl8pPr>
              <a:defRPr sz="900" b="0">
                <a:solidFill>
                  <a:srgbClr val="657187"/>
                </a:solidFill>
              </a:defRPr>
            </a:lvl8pPr>
            <a:lvl9pPr>
              <a:defRPr sz="900" b="0">
                <a:solidFill>
                  <a:srgbClr val="657187"/>
                </a:solidFill>
              </a:defRPr>
            </a:lvl9pPr>
          </a:lstStyle>
          <a:p xmlns:a="http://schemas.openxmlformats.org/drawingml/2006/main">
            <a:pPr>
              <a:defRPr sz="900" b="0">
                <a:solidFill>
                  <a:srgbClr val="657187"/>
                </a:solidFill>
              </a:defRPr>
            </a:pPr>
            <a:r>
              <a:rPr sz="900" b="0">
                <a:solidFill>
                  <a:srgbClr val="657187"/>
                </a:solidFill>
              </a:rPr>
              <a:t>Prototipo académico · Demostración sin cobros reales</a:t>
            </a:r>
          </a:p>
        </p:txBody>
      </p:sp>
      <p:graphicFrame>
        <p:nvGraphicFramePr>
          <p:cNvPr id="9" name="">
            <a:extLst xmlns:a="http://schemas.openxmlformats.org/drawingml/2006/main">
              <a:ext uri="{FF2B5EF4-FFF2-40B4-BE49-F238E27FC236}">
                <a16:creationId xmlns:a16="http://schemas.microsoft.com/office/drawing/2014/main" id="{417788FB-2B5F-43DB-AEBB-A9C73B03DB92}"/>
              </a:ext>
            </a:extLst>
          </p:cNvPr>
          <p:cNvGraphicFramePr/>
          <p:nvPr/>
        </p:nvGraphicFramePr>
        <p:xfrm>
          <a:off xmlns:a="http://schemas.openxmlformats.org/drawingml/2006/main" x="609600" y="2667000"/>
          <a:ext xmlns:a="http://schemas.openxmlformats.org/drawingml/2006/main" cx="10972800" cy="3143250"/>
        </p:xfrm>
        <a:graphic xmlns:a="http://schemas.openxmlformats.org/drawingml/2006/main">
          <a:graphicData uri="http://schemas.openxmlformats.org/drawingml/2006/table">
            <a:tbl>
              <a:tblPr/>
              <a:tblGrid>
                <a:gridCol w="4191000"/>
                <a:gridCol w="6781800"/>
              </a:tblGrid>
              <a:tr h="457200">
                <a:tc>
                  <a:txBody>
                    <a:bodyPr/>
                    <a:lstStyle/>
                    <a:p>
                      <a:r>
                        <a:rPr sz="1350" b="1">
                          <a:solidFill>
                            <a:srgbClr val="FFFFFF"/>
                          </a:solidFill>
                        </a:rPr>
                        <a:t>Dado / cuando</a:t>
                      </a:r>
                    </a:p>
                  </a:txBody>
                  <a:tcPr marL="91440" marR="91440" marT="45720" marB="45720">
                    <a:lnL w="9525">
                      <a:solidFill>
                        <a:srgbClr val="DADFE6"/>
                      </a:solidFill>
                      <a:prstDash val="solid"/>
                    </a:lnL>
                    <a:lnR w="9525">
                      <a:solidFill>
                        <a:srgbClr val="DADFE6"/>
                      </a:solidFill>
                      <a:prstDash val="solid"/>
                    </a:lnR>
                    <a:lnT w="9525">
                      <a:solidFill>
                        <a:srgbClr val="DADFE6"/>
                      </a:solidFill>
                      <a:prstDash val="solid"/>
                    </a:lnT>
                    <a:lnB w="9525">
                      <a:solidFill>
                        <a:srgbClr val="DADFE6"/>
                      </a:solidFill>
                      <a:prstDash val="solid"/>
                    </a:lnB>
                    <a:solidFill>
                      <a:srgbClr val="14264E"/>
                    </a:solidFill>
                  </a:tcPr>
                </a:tc>
                <a:tc>
                  <a:txBody>
                    <a:bodyPr/>
                    <a:lstStyle/>
                    <a:p>
                      <a:r>
                        <a:rPr sz="1350" b="1">
                          <a:solidFill>
                            <a:srgbClr val="FFFFFF"/>
                          </a:solidFill>
                        </a:rPr>
                        <a:t>Entonces</a:t>
                      </a:r>
                    </a:p>
                  </a:txBody>
                  <a:tcPr marL="91440" marR="91440" marT="45720" marB="45720">
                    <a:lnR w="9525">
                      <a:solidFill>
                        <a:srgbClr val="DADFE6"/>
                      </a:solidFill>
                      <a:prstDash val="solid"/>
                    </a:lnR>
                    <a:lnT w="9525">
                      <a:solidFill>
                        <a:srgbClr val="DADFE6"/>
                      </a:solidFill>
                      <a:prstDash val="solid"/>
                    </a:lnT>
                    <a:lnB w="9525">
                      <a:solidFill>
                        <a:srgbClr val="DADFE6"/>
                      </a:solidFill>
                      <a:prstDash val="solid"/>
                    </a:lnB>
                    <a:solidFill>
                      <a:srgbClr val="14264E"/>
                    </a:solidFill>
                  </a:tcPr>
                </a:tc>
              </a:tr>
              <a:tr h="537210">
                <a:tc>
                  <a:txBody>
                    <a:bodyPr/>
                    <a:lstStyle/>
                    <a:p>
                      <a:r>
                        <a:rPr sz="1575" b="0">
                          <a:solidFill>
                            <a:srgbClr val="233451"/>
                          </a:solidFill>
                        </a:rPr>
                        <a:t>Consulta el caso ficticio</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FFFFF"/>
                    </a:solidFill>
                  </a:tcPr>
                </a:tc>
                <a:tc>
                  <a:txBody>
                    <a:bodyPr/>
                    <a:lstStyle/>
                    <a:p>
                      <a:r>
                        <a:rPr sz="1575" b="0">
                          <a:solidFill>
                            <a:srgbClr val="233451"/>
                          </a:solidFill>
                        </a:rPr>
                        <a:t>Total pendiente S/847.50 y monto vencido S/420.00.</a:t>
                      </a:r>
                    </a:p>
                  </a:txBody>
                  <a:tcPr marL="91440" marR="91440" marT="45720" marB="45720">
                    <a:lnR w="9525">
                      <a:solidFill>
                        <a:srgbClr val="DADFE6"/>
                      </a:solidFill>
                      <a:prstDash val="solid"/>
                    </a:lnR>
                    <a:lnB w="9525">
                      <a:solidFill>
                        <a:srgbClr val="DADFE6"/>
                      </a:solidFill>
                      <a:prstDash val="solid"/>
                    </a:lnB>
                    <a:solidFill>
                      <a:srgbClr val="FFFFFF"/>
                    </a:solidFill>
                  </a:tcPr>
                </a:tc>
              </a:tr>
              <a:tr h="537210">
                <a:tc>
                  <a:txBody>
                    <a:bodyPr/>
                    <a:lstStyle/>
                    <a:p>
                      <a:r>
                        <a:rPr sz="1575" b="0">
                          <a:solidFill>
                            <a:srgbClr val="233451"/>
                          </a:solidFill>
                        </a:rPr>
                        <a:t>Filtra “Vencidos”</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0F1F3"/>
                    </a:solidFill>
                  </a:tcPr>
                </a:tc>
                <a:tc>
                  <a:txBody>
                    <a:bodyPr/>
                    <a:lstStyle/>
                    <a:p>
                      <a:r>
                        <a:rPr sz="1575" b="0">
                          <a:solidFill>
                            <a:srgbClr val="233451"/>
                          </a:solidFill>
                        </a:rPr>
                        <a:t>Solo aparece el predial vencido e impago.</a:t>
                      </a:r>
                    </a:p>
                  </a:txBody>
                  <a:tcPr marL="91440" marR="91440" marT="45720" marB="45720">
                    <a:lnR w="9525">
                      <a:solidFill>
                        <a:srgbClr val="DADFE6"/>
                      </a:solidFill>
                      <a:prstDash val="solid"/>
                    </a:lnR>
                    <a:lnB w="9525">
                      <a:solidFill>
                        <a:srgbClr val="DADFE6"/>
                      </a:solidFill>
                      <a:prstDash val="solid"/>
                    </a:lnB>
                    <a:solidFill>
                      <a:srgbClr val="F0F1F3"/>
                    </a:solidFill>
                  </a:tcPr>
                </a:tc>
              </a:tr>
              <a:tr h="537210">
                <a:tc>
                  <a:txBody>
                    <a:bodyPr/>
                    <a:lstStyle/>
                    <a:p>
                      <a:r>
                        <a:rPr sz="1575" b="0">
                          <a:solidFill>
                            <a:srgbClr val="233451"/>
                          </a:solidFill>
                        </a:rPr>
                        <a:t>Selecciona predial y vuelve desde revisión</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FFFFF"/>
                    </a:solidFill>
                  </a:tcPr>
                </a:tc>
                <a:tc>
                  <a:txBody>
                    <a:bodyPr/>
                    <a:lstStyle/>
                    <a:p>
                      <a:r>
                        <a:rPr sz="1575" b="0">
                          <a:solidFill>
                            <a:srgbClr val="233451"/>
                          </a:solidFill>
                        </a:rPr>
                        <a:t>Mantiene S/420.00; quitarlo deja S/0.00 y bloquea avanzar.</a:t>
                      </a:r>
                    </a:p>
                  </a:txBody>
                  <a:tcPr marL="91440" marR="91440" marT="45720" marB="45720">
                    <a:lnR w="9525">
                      <a:solidFill>
                        <a:srgbClr val="DADFE6"/>
                      </a:solidFill>
                      <a:prstDash val="solid"/>
                    </a:lnR>
                    <a:lnB w="9525">
                      <a:solidFill>
                        <a:srgbClr val="DADFE6"/>
                      </a:solidFill>
                      <a:prstDash val="solid"/>
                    </a:lnB>
                    <a:solidFill>
                      <a:srgbClr val="FFFFFF"/>
                    </a:solidFill>
                  </a:tcPr>
                </a:tc>
              </a:tr>
              <a:tr h="537210">
                <a:tc>
                  <a:txBody>
                    <a:bodyPr/>
                    <a:lstStyle/>
                    <a:p>
                      <a:r>
                        <a:rPr sz="1575" b="0">
                          <a:solidFill>
                            <a:srgbClr val="233451"/>
                          </a:solidFill>
                        </a:rPr>
                        <a:t>Confirma predial con método simulado</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0F1F3"/>
                    </a:solidFill>
                  </a:tcPr>
                </a:tc>
                <a:tc>
                  <a:txBody>
                    <a:bodyPr/>
                    <a:lstStyle/>
                    <a:p>
                      <a:r>
                        <a:rPr sz="1575" b="0">
                          <a:solidFill>
                            <a:srgbClr val="233451"/>
                          </a:solidFill>
                        </a:rPr>
                        <a:t>Constancia S/420.00; saldo S/427.50; predial pagado.</a:t>
                      </a:r>
                    </a:p>
                  </a:txBody>
                  <a:tcPr marL="91440" marR="91440" marT="45720" marB="45720">
                    <a:lnR w="9525">
                      <a:solidFill>
                        <a:srgbClr val="DADFE6"/>
                      </a:solidFill>
                      <a:prstDash val="solid"/>
                    </a:lnR>
                    <a:lnB w="9525">
                      <a:solidFill>
                        <a:srgbClr val="DADFE6"/>
                      </a:solidFill>
                      <a:prstDash val="solid"/>
                    </a:lnB>
                    <a:solidFill>
                      <a:srgbClr val="F0F1F3"/>
                    </a:solidFill>
                  </a:tcPr>
                </a:tc>
              </a:tr>
              <a:tr h="537210">
                <a:tc>
                  <a:txBody>
                    <a:bodyPr/>
                    <a:lstStyle/>
                    <a:p>
                      <a:r>
                        <a:rPr sz="1575" b="0">
                          <a:solidFill>
                            <a:srgbClr val="233451"/>
                          </a:solidFill>
                        </a:rPr>
                        <a:t>Reinicia la demostración</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FFFFF"/>
                    </a:solidFill>
                  </a:tcPr>
                </a:tc>
                <a:tc>
                  <a:txBody>
                    <a:bodyPr/>
                    <a:lstStyle/>
                    <a:p>
                      <a:r>
                        <a:rPr sz="1575" b="0">
                          <a:solidFill>
                            <a:srgbClr val="233451"/>
                          </a:solidFill>
                        </a:rPr>
                        <a:t>Recupera deudas originales y selección vacía.</a:t>
                      </a:r>
                    </a:p>
                  </a:txBody>
                  <a:tcPr marL="91440" marR="91440" marT="45720" marB="45720">
                    <a:lnR w="9525">
                      <a:solidFill>
                        <a:srgbClr val="DADFE6"/>
                      </a:solidFill>
                      <a:prstDash val="solid"/>
                    </a:lnR>
                    <a:lnB w="9525">
                      <a:solidFill>
                        <a:srgbClr val="DADFE6"/>
                      </a:solidFill>
                      <a:prstDash val="solid"/>
                    </a:lnB>
                    <a:solidFill>
                      <a:srgbClr val="FFFFFF"/>
                    </a:solidFill>
                  </a:tcPr>
                </a:tc>
              </a:tr>
            </a:tbl>
          </a:graphicData>
        </a:graphic>
      </p:graphicFrame>
    </p:spTree>
    <p:extLst>
      <p:ext uri="{BB962C8B-B14F-4D97-AF65-F5344CB8AC3E}">
        <p14:creationId xmlns:p14="http://schemas.microsoft.com/office/powerpoint/2010/main" val="565538760"/>
      </p:ext>
    </p:extLst>
  </p:cSld>
</p:sld>
</file>

<file path=ppt/slides/slide10.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FFBB701-B235-49EA-9D15-97B3180F0FF0}"/>
              </a:ext>
            </a:extLst>
          </p:cNvPr>
          <p:cNvSpPr>
            <a:spLocks xmlns:a="http://schemas.openxmlformats.org/drawingml/2006/main" noGrp="1"/>
          </p:cNvSpPr>
          <p:nvPr/>
        </p:nvSpPr>
        <p:spPr>
          <a:xfrm xmlns:a="http://schemas.openxmlformats.org/drawingml/2006/main">
            <a:off x="609600" y="533400"/>
            <a:ext cx="419100" cy="38100"/>
          </a:xfrm>
          <a:prstGeom xmlns:a="http://schemas.openxmlformats.org/drawingml/2006/main" prst="rect">
            <a:avLst/>
          </a:prstGeom>
          <a:solidFill xmlns:a="http://schemas.openxmlformats.org/drawingml/2006/main">
            <a:srgbClr val="A17D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2CC1D19-AEA5-4209-8987-7C6C8DC12F06}"/>
              </a:ext>
            </a:extLst>
          </p:cNvPr>
          <p:cNvSpPr>
            <a:spLocks xmlns:a="http://schemas.openxmlformats.org/drawingml/2006/main" noGrp="1"/>
          </p:cNvSpPr>
          <p:nvPr/>
        </p:nvSpPr>
        <p:spPr>
          <a:xfrm xmlns:a="http://schemas.openxmlformats.org/drawingml/2006/main">
            <a:off x="1181100" y="3810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1">
                <a:solidFill>
                  <a:srgbClr val="A17D2B"/>
                </a:solidFill>
              </a:defRPr>
            </a:defPPr>
            <a:lvl1pPr>
              <a:defRPr sz="975" b="1">
                <a:solidFill>
                  <a:srgbClr val="A17D2B"/>
                </a:solidFill>
              </a:defRPr>
            </a:lvl1pPr>
            <a:lvl2pPr>
              <a:defRPr sz="975" b="1">
                <a:solidFill>
                  <a:srgbClr val="A17D2B"/>
                </a:solidFill>
              </a:defRPr>
            </a:lvl2pPr>
            <a:lvl3pPr>
              <a:defRPr sz="975" b="1">
                <a:solidFill>
                  <a:srgbClr val="A17D2B"/>
                </a:solidFill>
              </a:defRPr>
            </a:lvl3pPr>
            <a:lvl4pPr>
              <a:defRPr sz="975" b="1">
                <a:solidFill>
                  <a:srgbClr val="A17D2B"/>
                </a:solidFill>
              </a:defRPr>
            </a:lvl4pPr>
            <a:lvl5pPr>
              <a:defRPr sz="975" b="1">
                <a:solidFill>
                  <a:srgbClr val="A17D2B"/>
                </a:solidFill>
              </a:defRPr>
            </a:lvl5pPr>
            <a:lvl6pPr>
              <a:defRPr sz="975" b="1">
                <a:solidFill>
                  <a:srgbClr val="A17D2B"/>
                </a:solidFill>
              </a:defRPr>
            </a:lvl6pPr>
            <a:lvl7pPr>
              <a:defRPr sz="975" b="1">
                <a:solidFill>
                  <a:srgbClr val="A17D2B"/>
                </a:solidFill>
              </a:defRPr>
            </a:lvl7pPr>
            <a:lvl8pPr>
              <a:defRPr sz="975" b="1">
                <a:solidFill>
                  <a:srgbClr val="A17D2B"/>
                </a:solidFill>
              </a:defRPr>
            </a:lvl8pPr>
            <a:lvl9pPr>
              <a:defRPr sz="975" b="1">
                <a:solidFill>
                  <a:srgbClr val="A17D2B"/>
                </a:solidFill>
              </a:defRPr>
            </a:lvl9pPr>
          </a:lstStyle>
          <a:p xmlns:a="http://schemas.openxmlformats.org/drawingml/2006/main">
            <a:pPr>
              <a:defRPr sz="975" b="1">
                <a:solidFill>
                  <a:srgbClr val="A17D2B"/>
                </a:solidFill>
              </a:defRPr>
            </a:pPr>
            <a:r>
              <a:rPr sz="975" b="1">
                <a:solidFill>
                  <a:srgbClr val="A17D2B"/>
                </a:solidFill>
              </a:rPr>
              <a:t>TRIBUTAFÁCIL / GRUPO 4</a:t>
            </a:r>
          </a:p>
        </p:txBody>
      </p:sp>
      <p:sp>
        <p:nvSpPr>
          <p:cNvPr id="4" name="">
            <a:extLst xmlns:a="http://schemas.openxmlformats.org/drawingml/2006/main">
              <a:ext uri="{FF2B5EF4-FFF2-40B4-BE49-F238E27FC236}">
                <a16:creationId xmlns:a16="http://schemas.microsoft.com/office/drawing/2014/main" id="{65BD3669-F65C-4152-BB77-BE0F74462A82}"/>
              </a:ext>
            </a:extLst>
          </p:cNvPr>
          <p:cNvSpPr>
            <a:spLocks xmlns:a="http://schemas.openxmlformats.org/drawingml/2006/main" noGrp="1"/>
          </p:cNvSpPr>
          <p:nvPr/>
        </p:nvSpPr>
        <p:spPr>
          <a:xfrm xmlns:a="http://schemas.openxmlformats.org/drawingml/2006/main">
            <a:off x="11049000" y="38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657187"/>
                </a:solidFill>
              </a:defRPr>
            </a:defPPr>
            <a:lvl1pPr>
              <a:defRPr sz="1050" b="0">
                <a:solidFill>
                  <a:srgbClr val="657187"/>
                </a:solidFill>
              </a:defRPr>
            </a:lvl1pPr>
            <a:lvl2pPr>
              <a:defRPr sz="1050" b="0">
                <a:solidFill>
                  <a:srgbClr val="657187"/>
                </a:solidFill>
              </a:defRPr>
            </a:lvl2pPr>
            <a:lvl3pPr>
              <a:defRPr sz="1050" b="0">
                <a:solidFill>
                  <a:srgbClr val="657187"/>
                </a:solidFill>
              </a:defRPr>
            </a:lvl3pPr>
            <a:lvl4pPr>
              <a:defRPr sz="1050" b="0">
                <a:solidFill>
                  <a:srgbClr val="657187"/>
                </a:solidFill>
              </a:defRPr>
            </a:lvl4pPr>
            <a:lvl5pPr>
              <a:defRPr sz="1050" b="0">
                <a:solidFill>
                  <a:srgbClr val="657187"/>
                </a:solidFill>
              </a:defRPr>
            </a:lvl5pPr>
            <a:lvl6pPr>
              <a:defRPr sz="1050" b="0">
                <a:solidFill>
                  <a:srgbClr val="657187"/>
                </a:solidFill>
              </a:defRPr>
            </a:lvl6pPr>
            <a:lvl7pPr>
              <a:defRPr sz="1050" b="0">
                <a:solidFill>
                  <a:srgbClr val="657187"/>
                </a:solidFill>
              </a:defRPr>
            </a:lvl7pPr>
            <a:lvl8pPr>
              <a:defRPr sz="1050" b="0">
                <a:solidFill>
                  <a:srgbClr val="657187"/>
                </a:solidFill>
              </a:defRPr>
            </a:lvl8pPr>
            <a:lvl9pPr>
              <a:defRPr sz="1050" b="0">
                <a:solidFill>
                  <a:srgbClr val="657187"/>
                </a:solidFill>
              </a:defRPr>
            </a:lvl9pPr>
          </a:lstStyle>
          <a:p xmlns:a="http://schemas.openxmlformats.org/drawingml/2006/main">
            <a:pPr>
              <a:defRPr sz="1050" b="0">
                <a:solidFill>
                  <a:srgbClr val="657187"/>
                </a:solidFill>
              </a:defRPr>
            </a:pPr>
            <a:r>
              <a:rPr sz="1050" b="0">
                <a:solidFill>
                  <a:srgbClr val="657187"/>
                </a:solidFill>
              </a:rPr>
              <a:t>10</a:t>
            </a:r>
          </a:p>
        </p:txBody>
      </p:sp>
      <p:sp>
        <p:nvSpPr>
          <p:cNvPr id="5" name="">
            <a:extLst xmlns:a="http://schemas.openxmlformats.org/drawingml/2006/main">
              <a:ext uri="{FF2B5EF4-FFF2-40B4-BE49-F238E27FC236}">
                <a16:creationId xmlns:a16="http://schemas.microsoft.com/office/drawing/2014/main" id="{52C8B460-6CAC-4FE2-A39D-29F70E36303C}"/>
              </a:ext>
            </a:extLst>
          </p:cNvPr>
          <p:cNvSpPr>
            <a:spLocks xmlns:a="http://schemas.openxmlformats.org/drawingml/2006/main" noGrp="1"/>
          </p:cNvSpPr>
          <p:nvPr/>
        </p:nvSpPr>
        <p:spPr>
          <a:xfrm xmlns:a="http://schemas.openxmlformats.org/drawingml/2006/main">
            <a:off x="609600" y="1028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4264E"/>
                </a:solidFill>
              </a:defRPr>
            </a:defPPr>
            <a:lvl1pPr>
              <a:defRPr sz="3300" b="1">
                <a:solidFill>
                  <a:srgbClr val="14264E"/>
                </a:solidFill>
              </a:defRPr>
            </a:lvl1pPr>
            <a:lvl2pPr>
              <a:defRPr sz="3300" b="1">
                <a:solidFill>
                  <a:srgbClr val="14264E"/>
                </a:solidFill>
              </a:defRPr>
            </a:lvl2pPr>
            <a:lvl3pPr>
              <a:defRPr sz="3300" b="1">
                <a:solidFill>
                  <a:srgbClr val="14264E"/>
                </a:solidFill>
              </a:defRPr>
            </a:lvl3pPr>
            <a:lvl4pPr>
              <a:defRPr sz="3300" b="1">
                <a:solidFill>
                  <a:srgbClr val="14264E"/>
                </a:solidFill>
              </a:defRPr>
            </a:lvl4pPr>
            <a:lvl5pPr>
              <a:defRPr sz="3300" b="1">
                <a:solidFill>
                  <a:srgbClr val="14264E"/>
                </a:solidFill>
              </a:defRPr>
            </a:lvl5pPr>
            <a:lvl6pPr>
              <a:defRPr sz="3300" b="1">
                <a:solidFill>
                  <a:srgbClr val="14264E"/>
                </a:solidFill>
              </a:defRPr>
            </a:lvl6pPr>
            <a:lvl7pPr>
              <a:defRPr sz="3300" b="1">
                <a:solidFill>
                  <a:srgbClr val="14264E"/>
                </a:solidFill>
              </a:defRPr>
            </a:lvl7pPr>
            <a:lvl8pPr>
              <a:defRPr sz="3300" b="1">
                <a:solidFill>
                  <a:srgbClr val="14264E"/>
                </a:solidFill>
              </a:defRPr>
            </a:lvl8pPr>
            <a:lvl9pPr>
              <a:defRPr sz="3300" b="1">
                <a:solidFill>
                  <a:srgbClr val="14264E"/>
                </a:solidFill>
              </a:defRPr>
            </a:lvl9pPr>
          </a:lstStyle>
          <a:p xmlns:a="http://schemas.openxmlformats.org/drawingml/2006/main">
            <a:pPr>
              <a:defRPr sz="3300" b="1">
                <a:solidFill>
                  <a:srgbClr val="14264E"/>
                </a:solidFill>
              </a:defRPr>
            </a:pPr>
            <a:r>
              <a:rPr sz="3300" b="1">
                <a:solidFill>
                  <a:srgbClr val="14264E"/>
                </a:solidFill>
              </a:rPr>
              <a:t>El prototipo que vamos a probar</a:t>
            </a:r>
          </a:p>
        </p:txBody>
      </p:sp>
      <p:sp>
        <p:nvSpPr>
          <p:cNvPr id="6" name="">
            <a:extLst xmlns:a="http://schemas.openxmlformats.org/drawingml/2006/main">
              <a:ext uri="{FF2B5EF4-FFF2-40B4-BE49-F238E27FC236}">
                <a16:creationId xmlns:a16="http://schemas.microsoft.com/office/drawing/2014/main" id="{83749056-15AC-497B-A740-D0168DE9A4A9}"/>
              </a:ext>
            </a:extLst>
          </p:cNvPr>
          <p:cNvSpPr>
            <a:spLocks xmlns:a="http://schemas.openxmlformats.org/drawingml/2006/main" noGrp="1"/>
          </p:cNvSpPr>
          <p:nvPr/>
        </p:nvSpPr>
        <p:spPr>
          <a:xfrm xmlns:a="http://schemas.openxmlformats.org/drawingml/2006/main">
            <a:off x="609600" y="19240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657187"/>
                </a:solidFill>
              </a:defRPr>
            </a:defPPr>
            <a:lvl1pPr>
              <a:defRPr sz="1725" b="0">
                <a:solidFill>
                  <a:srgbClr val="657187"/>
                </a:solidFill>
              </a:defRPr>
            </a:lvl1pPr>
            <a:lvl2pPr>
              <a:defRPr sz="1725" b="0">
                <a:solidFill>
                  <a:srgbClr val="657187"/>
                </a:solidFill>
              </a:defRPr>
            </a:lvl2pPr>
            <a:lvl3pPr>
              <a:defRPr sz="1725" b="0">
                <a:solidFill>
                  <a:srgbClr val="657187"/>
                </a:solidFill>
              </a:defRPr>
            </a:lvl3pPr>
            <a:lvl4pPr>
              <a:defRPr sz="1725" b="0">
                <a:solidFill>
                  <a:srgbClr val="657187"/>
                </a:solidFill>
              </a:defRPr>
            </a:lvl4pPr>
            <a:lvl5pPr>
              <a:defRPr sz="1725" b="0">
                <a:solidFill>
                  <a:srgbClr val="657187"/>
                </a:solidFill>
              </a:defRPr>
            </a:lvl5pPr>
            <a:lvl6pPr>
              <a:defRPr sz="1725" b="0">
                <a:solidFill>
                  <a:srgbClr val="657187"/>
                </a:solidFill>
              </a:defRPr>
            </a:lvl6pPr>
            <a:lvl7pPr>
              <a:defRPr sz="1725" b="0">
                <a:solidFill>
                  <a:srgbClr val="657187"/>
                </a:solidFill>
              </a:defRPr>
            </a:lvl7pPr>
            <a:lvl8pPr>
              <a:defRPr sz="1725" b="0">
                <a:solidFill>
                  <a:srgbClr val="657187"/>
                </a:solidFill>
              </a:defRPr>
            </a:lvl8pPr>
            <a:lvl9pPr>
              <a:defRPr sz="1725" b="0">
                <a:solidFill>
                  <a:srgbClr val="657187"/>
                </a:solidFill>
              </a:defRPr>
            </a:lvl9pPr>
          </a:lstStyle>
          <a:p xmlns:a="http://schemas.openxmlformats.org/drawingml/2006/main">
            <a:pPr>
              <a:defRPr sz="1725" b="0">
                <a:solidFill>
                  <a:srgbClr val="657187"/>
                </a:solidFill>
              </a:defRPr>
            </a:pPr>
            <a:r>
              <a:rPr sz="1725" b="0">
                <a:solidFill>
                  <a:srgbClr val="657187"/>
                </a:solidFill>
              </a:rPr>
              <a:t>React + TypeScript · Vite · Tailwind · ejecución local</a:t>
            </a:r>
          </a:p>
        </p:txBody>
      </p:sp>
      <p:sp>
        <p:nvSpPr>
          <p:cNvPr id="7" name="">
            <a:extLst xmlns:a="http://schemas.openxmlformats.org/drawingml/2006/main">
              <a:ext uri="{FF2B5EF4-FFF2-40B4-BE49-F238E27FC236}">
                <a16:creationId xmlns:a16="http://schemas.microsoft.com/office/drawing/2014/main" id="{5353CF97-352A-492C-9C1E-D8D301D6233B}"/>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ADFE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DFCC1EC-47B3-4C01-BF57-3C5470B08425}"/>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657187"/>
                </a:solidFill>
              </a:defRPr>
            </a:defPPr>
            <a:lvl1pPr>
              <a:defRPr sz="900" b="0">
                <a:solidFill>
                  <a:srgbClr val="657187"/>
                </a:solidFill>
              </a:defRPr>
            </a:lvl1pPr>
            <a:lvl2pPr>
              <a:defRPr sz="900" b="0">
                <a:solidFill>
                  <a:srgbClr val="657187"/>
                </a:solidFill>
              </a:defRPr>
            </a:lvl2pPr>
            <a:lvl3pPr>
              <a:defRPr sz="900" b="0">
                <a:solidFill>
                  <a:srgbClr val="657187"/>
                </a:solidFill>
              </a:defRPr>
            </a:lvl3pPr>
            <a:lvl4pPr>
              <a:defRPr sz="900" b="0">
                <a:solidFill>
                  <a:srgbClr val="657187"/>
                </a:solidFill>
              </a:defRPr>
            </a:lvl4pPr>
            <a:lvl5pPr>
              <a:defRPr sz="900" b="0">
                <a:solidFill>
                  <a:srgbClr val="657187"/>
                </a:solidFill>
              </a:defRPr>
            </a:lvl5pPr>
            <a:lvl6pPr>
              <a:defRPr sz="900" b="0">
                <a:solidFill>
                  <a:srgbClr val="657187"/>
                </a:solidFill>
              </a:defRPr>
            </a:lvl6pPr>
            <a:lvl7pPr>
              <a:defRPr sz="900" b="0">
                <a:solidFill>
                  <a:srgbClr val="657187"/>
                </a:solidFill>
              </a:defRPr>
            </a:lvl7pPr>
            <a:lvl8pPr>
              <a:defRPr sz="900" b="0">
                <a:solidFill>
                  <a:srgbClr val="657187"/>
                </a:solidFill>
              </a:defRPr>
            </a:lvl8pPr>
            <a:lvl9pPr>
              <a:defRPr sz="900" b="0">
                <a:solidFill>
                  <a:srgbClr val="657187"/>
                </a:solidFill>
              </a:defRPr>
            </a:lvl9pPr>
          </a:lstStyle>
          <a:p xmlns:a="http://schemas.openxmlformats.org/drawingml/2006/main">
            <a:pPr>
              <a:defRPr sz="900" b="0">
                <a:solidFill>
                  <a:srgbClr val="657187"/>
                </a:solidFill>
              </a:defRPr>
            </a:pPr>
            <a:r>
              <a:rPr sz="900" b="0">
                <a:solidFill>
                  <a:srgbClr val="657187"/>
                </a:solidFill>
              </a:rPr>
              <a:t>Prototipo académico · Demostración sin cobros reales</a:t>
            </a:r>
          </a:p>
        </p:txBody>
      </p:sp>
      <p:pic>
        <p:nvPicPr>
          <p:cNvPr id="9" name="">
            <a:extLst xmlns:a="http://schemas.openxmlformats.org/drawingml/2006/main">
              <a:ext uri="{FF2B5EF4-FFF2-40B4-BE49-F238E27FC236}">
                <a16:creationId xmlns:a16="http://schemas.microsoft.com/office/drawing/2014/main" id="{DF4473AF-1C60-4DA9-8B8B-0C3BC09D649B}"/>
              </a:ext>
            </a:extLst>
          </p:cNvPr>
          <p:cNvPicPr>
            <a:picLocks xmlns:a="http://schemas.openxmlformats.org/drawingml/2006/main" noChangeAspect="1"/>
          </p:cNvPicPr>
          <p:nvPr/>
        </p:nvPicPr>
        <p:blipFill>
          <a:blip xmlns:r="http://schemas.openxmlformats.org/officeDocument/2006/relationships" xmlns:a="http://schemas.openxmlformats.org/drawingml/2006/main" r:embed="R1501bde88ea8471c"/>
          <a:stretch xmlns:a="http://schemas.openxmlformats.org/drawingml/2006/main"/>
        </p:blipFill>
        <p:spPr>
          <a:xfrm xmlns:a="http://schemas.openxmlformats.org/drawingml/2006/main">
            <a:off x="2583666" y="2667000"/>
            <a:ext cx="3576618" cy="3381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7E656A07-E4A4-4435-865A-9B82161AF7B1}"/>
              </a:ext>
            </a:extLst>
          </p:cNvPr>
          <p:cNvSpPr>
            <a:spLocks xmlns:a="http://schemas.openxmlformats.org/drawingml/2006/main" noGrp="1"/>
          </p:cNvSpPr>
          <p:nvPr/>
        </p:nvSpPr>
        <p:spPr>
          <a:xfrm xmlns:a="http://schemas.openxmlformats.org/drawingml/2006/main">
            <a:off x="8572500" y="27813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1">
                <a:solidFill>
                  <a:srgbClr val="14264E"/>
                </a:solidFill>
              </a:defRPr>
            </a:defPPr>
            <a:lvl1pPr>
              <a:defRPr sz="2025" b="1">
                <a:solidFill>
                  <a:srgbClr val="14264E"/>
                </a:solidFill>
              </a:defRPr>
            </a:lvl1pPr>
            <a:lvl2pPr>
              <a:defRPr sz="2025" b="1">
                <a:solidFill>
                  <a:srgbClr val="14264E"/>
                </a:solidFill>
              </a:defRPr>
            </a:lvl2pPr>
            <a:lvl3pPr>
              <a:defRPr sz="2025" b="1">
                <a:solidFill>
                  <a:srgbClr val="14264E"/>
                </a:solidFill>
              </a:defRPr>
            </a:lvl3pPr>
            <a:lvl4pPr>
              <a:defRPr sz="2025" b="1">
                <a:solidFill>
                  <a:srgbClr val="14264E"/>
                </a:solidFill>
              </a:defRPr>
            </a:lvl4pPr>
            <a:lvl5pPr>
              <a:defRPr sz="2025" b="1">
                <a:solidFill>
                  <a:srgbClr val="14264E"/>
                </a:solidFill>
              </a:defRPr>
            </a:lvl5pPr>
            <a:lvl6pPr>
              <a:defRPr sz="2025" b="1">
                <a:solidFill>
                  <a:srgbClr val="14264E"/>
                </a:solidFill>
              </a:defRPr>
            </a:lvl6pPr>
            <a:lvl7pPr>
              <a:defRPr sz="2025" b="1">
                <a:solidFill>
                  <a:srgbClr val="14264E"/>
                </a:solidFill>
              </a:defRPr>
            </a:lvl7pPr>
            <a:lvl8pPr>
              <a:defRPr sz="2025" b="1">
                <a:solidFill>
                  <a:srgbClr val="14264E"/>
                </a:solidFill>
              </a:defRPr>
            </a:lvl8pPr>
            <a:lvl9pPr>
              <a:defRPr sz="2025" b="1">
                <a:solidFill>
                  <a:srgbClr val="14264E"/>
                </a:solidFill>
              </a:defRPr>
            </a:lvl9pPr>
          </a:lstStyle>
          <a:p xmlns:a="http://schemas.openxmlformats.org/drawingml/2006/main">
            <a:pPr>
              <a:defRPr sz="2025" b="1">
                <a:solidFill>
                  <a:srgbClr val="14264E"/>
                </a:solidFill>
              </a:defRPr>
            </a:pPr>
            <a:r>
              <a:rPr sz="2025" b="1">
                <a:solidFill>
                  <a:srgbClr val="14264E"/>
                </a:solidFill>
              </a:rPr>
              <a:t>Cuenta de prueba</a:t>
            </a:r>
          </a:p>
        </p:txBody>
      </p:sp>
      <p:sp>
        <p:nvSpPr>
          <p:cNvPr id="11" name="">
            <a:extLst xmlns:a="http://schemas.openxmlformats.org/drawingml/2006/main">
              <a:ext uri="{FF2B5EF4-FFF2-40B4-BE49-F238E27FC236}">
                <a16:creationId xmlns:a16="http://schemas.microsoft.com/office/drawing/2014/main" id="{6350426A-1AFA-4F4E-AB82-250F270696EF}"/>
              </a:ext>
            </a:extLst>
          </p:cNvPr>
          <p:cNvSpPr>
            <a:spLocks xmlns:a="http://schemas.openxmlformats.org/drawingml/2006/main" noGrp="1"/>
          </p:cNvSpPr>
          <p:nvPr/>
        </p:nvSpPr>
        <p:spPr>
          <a:xfrm xmlns:a="http://schemas.openxmlformats.org/drawingml/2006/main">
            <a:off x="8572500" y="3324225"/>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657187"/>
                </a:solidFill>
              </a:defRPr>
            </a:defPPr>
            <a:lvl1pPr>
              <a:defRPr sz="1800" b="0">
                <a:solidFill>
                  <a:srgbClr val="657187"/>
                </a:solidFill>
              </a:defRPr>
            </a:lvl1pPr>
            <a:lvl2pPr>
              <a:defRPr sz="1800" b="0">
                <a:solidFill>
                  <a:srgbClr val="657187"/>
                </a:solidFill>
              </a:defRPr>
            </a:lvl2pPr>
            <a:lvl3pPr>
              <a:defRPr sz="1800" b="0">
                <a:solidFill>
                  <a:srgbClr val="657187"/>
                </a:solidFill>
              </a:defRPr>
            </a:lvl3pPr>
            <a:lvl4pPr>
              <a:defRPr sz="1800" b="0">
                <a:solidFill>
                  <a:srgbClr val="657187"/>
                </a:solidFill>
              </a:defRPr>
            </a:lvl4pPr>
            <a:lvl5pPr>
              <a:defRPr sz="1800" b="0">
                <a:solidFill>
                  <a:srgbClr val="657187"/>
                </a:solidFill>
              </a:defRPr>
            </a:lvl5pPr>
            <a:lvl6pPr>
              <a:defRPr sz="1800" b="0">
                <a:solidFill>
                  <a:srgbClr val="657187"/>
                </a:solidFill>
              </a:defRPr>
            </a:lvl6pPr>
            <a:lvl7pPr>
              <a:defRPr sz="1800" b="0">
                <a:solidFill>
                  <a:srgbClr val="657187"/>
                </a:solidFill>
              </a:defRPr>
            </a:lvl7pPr>
            <a:lvl8pPr>
              <a:defRPr sz="1800" b="0">
                <a:solidFill>
                  <a:srgbClr val="657187"/>
                </a:solidFill>
              </a:defRPr>
            </a:lvl8pPr>
            <a:lvl9pPr>
              <a:defRPr sz="1800" b="0">
                <a:solidFill>
                  <a:srgbClr val="657187"/>
                </a:solidFill>
              </a:defRPr>
            </a:lvl9pPr>
          </a:lstStyle>
          <a:p xmlns:a="http://schemas.openxmlformats.org/drawingml/2006/main">
            <a:pPr>
              <a:defRPr sz="1800" b="0">
                <a:solidFill>
                  <a:srgbClr val="657187"/>
                </a:solidFill>
              </a:defRPr>
            </a:pPr>
            <a:r>
              <a:rPr sz="1800" b="0">
                <a:solidFill>
                  <a:srgbClr val="657187"/>
                </a:solidFill>
              </a:rPr>
              <a:t>Carlos Ramírez</a:t>
            </a:r>
          </a:p>
          <a:p xmlns:a="http://schemas.openxmlformats.org/drawingml/2006/main">
            <a:pPr>
              <a:defRPr sz="1800" b="0">
                <a:solidFill>
                  <a:srgbClr val="657187"/>
                </a:solidFill>
              </a:defRPr>
            </a:pPr>
            <a:r>
              <a:rPr sz="1800" b="0">
                <a:solidFill>
                  <a:srgbClr val="657187"/>
                </a:solidFill>
              </a:rPr>
              <a:t>DNI 00000001</a:t>
            </a:r>
          </a:p>
          <a:p xmlns:a="http://schemas.openxmlformats.org/drawingml/2006/main">
            <a:pPr>
              <a:defRPr sz="1800" b="0">
                <a:solidFill>
                  <a:srgbClr val="657187"/>
                </a:solidFill>
              </a:defRPr>
            </a:pPr>
            <a:r>
              <a:rPr sz="1800" b="0">
                <a:solidFill>
                  <a:srgbClr val="657187"/>
                </a:solidFill>
              </a:rPr>
              <a:t>Miraflores</a:t>
            </a:r>
          </a:p>
        </p:txBody>
      </p:sp>
      <p:sp>
        <p:nvSpPr>
          <p:cNvPr id="12" name="">
            <a:extLst xmlns:a="http://schemas.openxmlformats.org/drawingml/2006/main">
              <a:ext uri="{FF2B5EF4-FFF2-40B4-BE49-F238E27FC236}">
                <a16:creationId xmlns:a16="http://schemas.microsoft.com/office/drawing/2014/main" id="{6AE2E1D7-C242-4C04-BB63-06FD2262CAED}"/>
              </a:ext>
            </a:extLst>
          </p:cNvPr>
          <p:cNvSpPr>
            <a:spLocks xmlns:a="http://schemas.openxmlformats.org/drawingml/2006/main" noGrp="1"/>
          </p:cNvSpPr>
          <p:nvPr/>
        </p:nvSpPr>
        <p:spPr>
          <a:xfrm xmlns:a="http://schemas.openxmlformats.org/drawingml/2006/main">
            <a:off x="8572500" y="481012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75" b="1">
                <a:solidFill>
                  <a:srgbClr val="A17D2B"/>
                </a:solidFill>
              </a:defRPr>
            </a:defPPr>
            <a:lvl1pPr>
              <a:defRPr sz="1575" b="1">
                <a:solidFill>
                  <a:srgbClr val="A17D2B"/>
                </a:solidFill>
              </a:defRPr>
            </a:lvl1pPr>
            <a:lvl2pPr>
              <a:defRPr sz="1575" b="1">
                <a:solidFill>
                  <a:srgbClr val="A17D2B"/>
                </a:solidFill>
              </a:defRPr>
            </a:lvl2pPr>
            <a:lvl3pPr>
              <a:defRPr sz="1575" b="1">
                <a:solidFill>
                  <a:srgbClr val="A17D2B"/>
                </a:solidFill>
              </a:defRPr>
            </a:lvl3pPr>
            <a:lvl4pPr>
              <a:defRPr sz="1575" b="1">
                <a:solidFill>
                  <a:srgbClr val="A17D2B"/>
                </a:solidFill>
              </a:defRPr>
            </a:lvl4pPr>
            <a:lvl5pPr>
              <a:defRPr sz="1575" b="1">
                <a:solidFill>
                  <a:srgbClr val="A17D2B"/>
                </a:solidFill>
              </a:defRPr>
            </a:lvl5pPr>
            <a:lvl6pPr>
              <a:defRPr sz="1575" b="1">
                <a:solidFill>
                  <a:srgbClr val="A17D2B"/>
                </a:solidFill>
              </a:defRPr>
            </a:lvl6pPr>
            <a:lvl7pPr>
              <a:defRPr sz="1575" b="1">
                <a:solidFill>
                  <a:srgbClr val="A17D2B"/>
                </a:solidFill>
              </a:defRPr>
            </a:lvl7pPr>
            <a:lvl8pPr>
              <a:defRPr sz="1575" b="1">
                <a:solidFill>
                  <a:srgbClr val="A17D2B"/>
                </a:solidFill>
              </a:defRPr>
            </a:lvl8pPr>
            <a:lvl9pPr>
              <a:defRPr sz="1575" b="1">
                <a:solidFill>
                  <a:srgbClr val="A17D2B"/>
                </a:solidFill>
              </a:defRPr>
            </a:lvl9pPr>
          </a:lstStyle>
          <a:p xmlns:a="http://schemas.openxmlformats.org/drawingml/2006/main">
            <a:pPr>
              <a:defRPr sz="1575" b="1">
                <a:solidFill>
                  <a:srgbClr val="A17D2B"/>
                </a:solidFill>
              </a:defRPr>
            </a:pPr>
            <a:r>
              <a:rPr sz="1575" b="1">
                <a:solidFill>
                  <a:srgbClr val="A17D2B"/>
                </a:solidFill>
              </a:rPr>
              <a:t>Abrir en el navegador</a:t>
            </a:r>
          </a:p>
        </p:txBody>
      </p:sp>
      <p:sp>
        <p:nvSpPr>
          <p:cNvPr id="13" name="">
            <a:extLst xmlns:a="http://schemas.openxmlformats.org/drawingml/2006/main">
              <a:ext uri="{FF2B5EF4-FFF2-40B4-BE49-F238E27FC236}">
                <a16:creationId xmlns:a16="http://schemas.microsoft.com/office/drawing/2014/main" id="{473E3A48-29D3-4BD7-A412-C79831FDD832}"/>
              </a:ext>
            </a:extLst>
          </p:cNvPr>
          <p:cNvSpPr>
            <a:spLocks xmlns:a="http://schemas.openxmlformats.org/drawingml/2006/main" noGrp="1"/>
          </p:cNvSpPr>
          <p:nvPr/>
        </p:nvSpPr>
        <p:spPr>
          <a:xfrm xmlns:a="http://schemas.openxmlformats.org/drawingml/2006/main">
            <a:off x="8572500" y="52578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1">
                <a:solidFill>
                  <a:srgbClr val="14264E"/>
                </a:solidFill>
              </a:defRPr>
            </a:defPPr>
            <a:lvl1pPr>
              <a:defRPr sz="2250" b="1">
                <a:solidFill>
                  <a:srgbClr val="14264E"/>
                </a:solidFill>
              </a:defRPr>
            </a:lvl1pPr>
            <a:lvl2pPr>
              <a:defRPr sz="2250" b="1">
                <a:solidFill>
                  <a:srgbClr val="14264E"/>
                </a:solidFill>
              </a:defRPr>
            </a:lvl2pPr>
            <a:lvl3pPr>
              <a:defRPr sz="2250" b="1">
                <a:solidFill>
                  <a:srgbClr val="14264E"/>
                </a:solidFill>
              </a:defRPr>
            </a:lvl3pPr>
            <a:lvl4pPr>
              <a:defRPr sz="2250" b="1">
                <a:solidFill>
                  <a:srgbClr val="14264E"/>
                </a:solidFill>
              </a:defRPr>
            </a:lvl4pPr>
            <a:lvl5pPr>
              <a:defRPr sz="2250" b="1">
                <a:solidFill>
                  <a:srgbClr val="14264E"/>
                </a:solidFill>
              </a:defRPr>
            </a:lvl5pPr>
            <a:lvl6pPr>
              <a:defRPr sz="2250" b="1">
                <a:solidFill>
                  <a:srgbClr val="14264E"/>
                </a:solidFill>
              </a:defRPr>
            </a:lvl6pPr>
            <a:lvl7pPr>
              <a:defRPr sz="2250" b="1">
                <a:solidFill>
                  <a:srgbClr val="14264E"/>
                </a:solidFill>
              </a:defRPr>
            </a:lvl7pPr>
            <a:lvl8pPr>
              <a:defRPr sz="2250" b="1">
                <a:solidFill>
                  <a:srgbClr val="14264E"/>
                </a:solidFill>
              </a:defRPr>
            </a:lvl8pPr>
            <a:lvl9pPr>
              <a:defRPr sz="2250" b="1">
                <a:solidFill>
                  <a:srgbClr val="14264E"/>
                </a:solidFill>
              </a:defRPr>
            </a:lvl9pPr>
          </a:lstStyle>
          <a:p xmlns:a="http://schemas.openxmlformats.org/drawingml/2006/main">
            <a:pPr>
              <a:defRPr sz="2250" b="1">
                <a:solidFill>
                  <a:srgbClr val="14264E"/>
                </a:solidFill>
              </a:defRPr>
            </a:pPr>
            <a:r>
              <a:rPr sz="2250" b="1">
                <a:solidFill>
                  <a:srgbClr val="14264E"/>
                </a:solidFill>
              </a:rPr>
              <a:t>localhost:5173</a:t>
            </a:r>
          </a:p>
        </p:txBody>
      </p:sp>
    </p:spTree>
    <p:extLst>
      <p:ext uri="{BB962C8B-B14F-4D97-AF65-F5344CB8AC3E}">
        <p14:creationId xmlns:p14="http://schemas.microsoft.com/office/powerpoint/2010/main" val="388621151"/>
      </p:ext>
    </p:extLst>
  </p:cSld>
</p:sld>
</file>

<file path=ppt/slides/slide1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7767926-804F-4847-BB31-7E18CF5530D6}"/>
              </a:ext>
            </a:extLst>
          </p:cNvPr>
          <p:cNvSpPr>
            <a:spLocks xmlns:a="http://schemas.openxmlformats.org/drawingml/2006/main" noGrp="1"/>
          </p:cNvSpPr>
          <p:nvPr/>
        </p:nvSpPr>
        <p:spPr>
          <a:xfrm xmlns:a="http://schemas.openxmlformats.org/drawingml/2006/main">
            <a:off x="609600" y="533400"/>
            <a:ext cx="419100" cy="38100"/>
          </a:xfrm>
          <a:prstGeom xmlns:a="http://schemas.openxmlformats.org/drawingml/2006/main" prst="rect">
            <a:avLst/>
          </a:prstGeom>
          <a:solidFill xmlns:a="http://schemas.openxmlformats.org/drawingml/2006/main">
            <a:srgbClr val="A17D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FADA94B-7CE1-4941-8CAC-D8F79FBCF879}"/>
              </a:ext>
            </a:extLst>
          </p:cNvPr>
          <p:cNvSpPr>
            <a:spLocks xmlns:a="http://schemas.openxmlformats.org/drawingml/2006/main" noGrp="1"/>
          </p:cNvSpPr>
          <p:nvPr/>
        </p:nvSpPr>
        <p:spPr>
          <a:xfrm xmlns:a="http://schemas.openxmlformats.org/drawingml/2006/main">
            <a:off x="1181100" y="3810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1">
                <a:solidFill>
                  <a:srgbClr val="A17D2B"/>
                </a:solidFill>
              </a:defRPr>
            </a:defPPr>
            <a:lvl1pPr>
              <a:defRPr sz="975" b="1">
                <a:solidFill>
                  <a:srgbClr val="A17D2B"/>
                </a:solidFill>
              </a:defRPr>
            </a:lvl1pPr>
            <a:lvl2pPr>
              <a:defRPr sz="975" b="1">
                <a:solidFill>
                  <a:srgbClr val="A17D2B"/>
                </a:solidFill>
              </a:defRPr>
            </a:lvl2pPr>
            <a:lvl3pPr>
              <a:defRPr sz="975" b="1">
                <a:solidFill>
                  <a:srgbClr val="A17D2B"/>
                </a:solidFill>
              </a:defRPr>
            </a:lvl3pPr>
            <a:lvl4pPr>
              <a:defRPr sz="975" b="1">
                <a:solidFill>
                  <a:srgbClr val="A17D2B"/>
                </a:solidFill>
              </a:defRPr>
            </a:lvl4pPr>
            <a:lvl5pPr>
              <a:defRPr sz="975" b="1">
                <a:solidFill>
                  <a:srgbClr val="A17D2B"/>
                </a:solidFill>
              </a:defRPr>
            </a:lvl5pPr>
            <a:lvl6pPr>
              <a:defRPr sz="975" b="1">
                <a:solidFill>
                  <a:srgbClr val="A17D2B"/>
                </a:solidFill>
              </a:defRPr>
            </a:lvl6pPr>
            <a:lvl7pPr>
              <a:defRPr sz="975" b="1">
                <a:solidFill>
                  <a:srgbClr val="A17D2B"/>
                </a:solidFill>
              </a:defRPr>
            </a:lvl7pPr>
            <a:lvl8pPr>
              <a:defRPr sz="975" b="1">
                <a:solidFill>
                  <a:srgbClr val="A17D2B"/>
                </a:solidFill>
              </a:defRPr>
            </a:lvl8pPr>
            <a:lvl9pPr>
              <a:defRPr sz="975" b="1">
                <a:solidFill>
                  <a:srgbClr val="A17D2B"/>
                </a:solidFill>
              </a:defRPr>
            </a:lvl9pPr>
          </a:lstStyle>
          <a:p xmlns:a="http://schemas.openxmlformats.org/drawingml/2006/main">
            <a:pPr>
              <a:defRPr sz="975" b="1">
                <a:solidFill>
                  <a:srgbClr val="A17D2B"/>
                </a:solidFill>
              </a:defRPr>
            </a:pPr>
            <a:r>
              <a:rPr sz="975" b="1">
                <a:solidFill>
                  <a:srgbClr val="A17D2B"/>
                </a:solidFill>
              </a:rPr>
              <a:t>TRIBUTAFÁCIL / GRUPO 4</a:t>
            </a:r>
          </a:p>
        </p:txBody>
      </p:sp>
      <p:sp>
        <p:nvSpPr>
          <p:cNvPr id="4" name="">
            <a:extLst xmlns:a="http://schemas.openxmlformats.org/drawingml/2006/main">
              <a:ext uri="{FF2B5EF4-FFF2-40B4-BE49-F238E27FC236}">
                <a16:creationId xmlns:a16="http://schemas.microsoft.com/office/drawing/2014/main" id="{03F09103-76CE-434D-9887-84AC7A78A549}"/>
              </a:ext>
            </a:extLst>
          </p:cNvPr>
          <p:cNvSpPr>
            <a:spLocks xmlns:a="http://schemas.openxmlformats.org/drawingml/2006/main" noGrp="1"/>
          </p:cNvSpPr>
          <p:nvPr/>
        </p:nvSpPr>
        <p:spPr>
          <a:xfrm xmlns:a="http://schemas.openxmlformats.org/drawingml/2006/main">
            <a:off x="11049000" y="38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657187"/>
                </a:solidFill>
              </a:defRPr>
            </a:defPPr>
            <a:lvl1pPr>
              <a:defRPr sz="1050" b="0">
                <a:solidFill>
                  <a:srgbClr val="657187"/>
                </a:solidFill>
              </a:defRPr>
            </a:lvl1pPr>
            <a:lvl2pPr>
              <a:defRPr sz="1050" b="0">
                <a:solidFill>
                  <a:srgbClr val="657187"/>
                </a:solidFill>
              </a:defRPr>
            </a:lvl2pPr>
            <a:lvl3pPr>
              <a:defRPr sz="1050" b="0">
                <a:solidFill>
                  <a:srgbClr val="657187"/>
                </a:solidFill>
              </a:defRPr>
            </a:lvl3pPr>
            <a:lvl4pPr>
              <a:defRPr sz="1050" b="0">
                <a:solidFill>
                  <a:srgbClr val="657187"/>
                </a:solidFill>
              </a:defRPr>
            </a:lvl4pPr>
            <a:lvl5pPr>
              <a:defRPr sz="1050" b="0">
                <a:solidFill>
                  <a:srgbClr val="657187"/>
                </a:solidFill>
              </a:defRPr>
            </a:lvl5pPr>
            <a:lvl6pPr>
              <a:defRPr sz="1050" b="0">
                <a:solidFill>
                  <a:srgbClr val="657187"/>
                </a:solidFill>
              </a:defRPr>
            </a:lvl6pPr>
            <a:lvl7pPr>
              <a:defRPr sz="1050" b="0">
                <a:solidFill>
                  <a:srgbClr val="657187"/>
                </a:solidFill>
              </a:defRPr>
            </a:lvl7pPr>
            <a:lvl8pPr>
              <a:defRPr sz="1050" b="0">
                <a:solidFill>
                  <a:srgbClr val="657187"/>
                </a:solidFill>
              </a:defRPr>
            </a:lvl8pPr>
            <a:lvl9pPr>
              <a:defRPr sz="1050" b="0">
                <a:solidFill>
                  <a:srgbClr val="657187"/>
                </a:solidFill>
              </a:defRPr>
            </a:lvl9pPr>
          </a:lstStyle>
          <a:p xmlns:a="http://schemas.openxmlformats.org/drawingml/2006/main">
            <a:pPr>
              <a:defRPr sz="1050" b="0">
                <a:solidFill>
                  <a:srgbClr val="657187"/>
                </a:solidFill>
              </a:defRPr>
            </a:pPr>
            <a:r>
              <a:rPr sz="1050" b="0">
                <a:solidFill>
                  <a:srgbClr val="657187"/>
                </a:solidFill>
              </a:rPr>
              <a:t>11</a:t>
            </a:r>
          </a:p>
        </p:txBody>
      </p:sp>
      <p:sp>
        <p:nvSpPr>
          <p:cNvPr id="5" name="">
            <a:extLst xmlns:a="http://schemas.openxmlformats.org/drawingml/2006/main">
              <a:ext uri="{FF2B5EF4-FFF2-40B4-BE49-F238E27FC236}">
                <a16:creationId xmlns:a16="http://schemas.microsoft.com/office/drawing/2014/main" id="{3CC96328-D987-4ECA-AA31-7A14C6D72759}"/>
              </a:ext>
            </a:extLst>
          </p:cNvPr>
          <p:cNvSpPr>
            <a:spLocks xmlns:a="http://schemas.openxmlformats.org/drawingml/2006/main" noGrp="1"/>
          </p:cNvSpPr>
          <p:nvPr/>
        </p:nvSpPr>
        <p:spPr>
          <a:xfrm xmlns:a="http://schemas.openxmlformats.org/drawingml/2006/main">
            <a:off x="609600" y="1028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4264E"/>
                </a:solidFill>
              </a:defRPr>
            </a:defPPr>
            <a:lvl1pPr>
              <a:defRPr sz="3300" b="1">
                <a:solidFill>
                  <a:srgbClr val="14264E"/>
                </a:solidFill>
              </a:defRPr>
            </a:lvl1pPr>
            <a:lvl2pPr>
              <a:defRPr sz="3300" b="1">
                <a:solidFill>
                  <a:srgbClr val="14264E"/>
                </a:solidFill>
              </a:defRPr>
            </a:lvl2pPr>
            <a:lvl3pPr>
              <a:defRPr sz="3300" b="1">
                <a:solidFill>
                  <a:srgbClr val="14264E"/>
                </a:solidFill>
              </a:defRPr>
            </a:lvl3pPr>
            <a:lvl4pPr>
              <a:defRPr sz="3300" b="1">
                <a:solidFill>
                  <a:srgbClr val="14264E"/>
                </a:solidFill>
              </a:defRPr>
            </a:lvl4pPr>
            <a:lvl5pPr>
              <a:defRPr sz="3300" b="1">
                <a:solidFill>
                  <a:srgbClr val="14264E"/>
                </a:solidFill>
              </a:defRPr>
            </a:lvl5pPr>
            <a:lvl6pPr>
              <a:defRPr sz="3300" b="1">
                <a:solidFill>
                  <a:srgbClr val="14264E"/>
                </a:solidFill>
              </a:defRPr>
            </a:lvl6pPr>
            <a:lvl7pPr>
              <a:defRPr sz="3300" b="1">
                <a:solidFill>
                  <a:srgbClr val="14264E"/>
                </a:solidFill>
              </a:defRPr>
            </a:lvl7pPr>
            <a:lvl8pPr>
              <a:defRPr sz="3300" b="1">
                <a:solidFill>
                  <a:srgbClr val="14264E"/>
                </a:solidFill>
              </a:defRPr>
            </a:lvl8pPr>
            <a:lvl9pPr>
              <a:defRPr sz="3300" b="1">
                <a:solidFill>
                  <a:srgbClr val="14264E"/>
                </a:solidFill>
              </a:defRPr>
            </a:lvl9pPr>
          </a:lstStyle>
          <a:p xmlns:a="http://schemas.openxmlformats.org/drawingml/2006/main">
            <a:pPr>
              <a:defRPr sz="3300" b="1">
                <a:solidFill>
                  <a:srgbClr val="14264E"/>
                </a:solidFill>
              </a:defRPr>
            </a:pPr>
            <a:r>
              <a:rPr sz="3300" b="1">
                <a:solidFill>
                  <a:srgbClr val="14264E"/>
                </a:solidFill>
              </a:rPr>
              <a:t>Revisión previa del agente</a:t>
            </a:r>
          </a:p>
        </p:txBody>
      </p:sp>
      <p:sp>
        <p:nvSpPr>
          <p:cNvPr id="6" name="">
            <a:extLst xmlns:a="http://schemas.openxmlformats.org/drawingml/2006/main">
              <a:ext uri="{FF2B5EF4-FFF2-40B4-BE49-F238E27FC236}">
                <a16:creationId xmlns:a16="http://schemas.microsoft.com/office/drawing/2014/main" id="{805701E2-6495-44CE-9427-DEACC00B0DAD}"/>
              </a:ext>
            </a:extLst>
          </p:cNvPr>
          <p:cNvSpPr>
            <a:spLocks xmlns:a="http://schemas.openxmlformats.org/drawingml/2006/main" noGrp="1"/>
          </p:cNvSpPr>
          <p:nvPr/>
        </p:nvSpPr>
        <p:spPr>
          <a:xfrm xmlns:a="http://schemas.openxmlformats.org/drawingml/2006/main">
            <a:off x="609600" y="19240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657187"/>
                </a:solidFill>
              </a:defRPr>
            </a:defPPr>
            <a:lvl1pPr>
              <a:defRPr sz="1725" b="0">
                <a:solidFill>
                  <a:srgbClr val="657187"/>
                </a:solidFill>
              </a:defRPr>
            </a:lvl1pPr>
            <a:lvl2pPr>
              <a:defRPr sz="1725" b="0">
                <a:solidFill>
                  <a:srgbClr val="657187"/>
                </a:solidFill>
              </a:defRPr>
            </a:lvl2pPr>
            <a:lvl3pPr>
              <a:defRPr sz="1725" b="0">
                <a:solidFill>
                  <a:srgbClr val="657187"/>
                </a:solidFill>
              </a:defRPr>
            </a:lvl3pPr>
            <a:lvl4pPr>
              <a:defRPr sz="1725" b="0">
                <a:solidFill>
                  <a:srgbClr val="657187"/>
                </a:solidFill>
              </a:defRPr>
            </a:lvl4pPr>
            <a:lvl5pPr>
              <a:defRPr sz="1725" b="0">
                <a:solidFill>
                  <a:srgbClr val="657187"/>
                </a:solidFill>
              </a:defRPr>
            </a:lvl5pPr>
            <a:lvl6pPr>
              <a:defRPr sz="1725" b="0">
                <a:solidFill>
                  <a:srgbClr val="657187"/>
                </a:solidFill>
              </a:defRPr>
            </a:lvl6pPr>
            <a:lvl7pPr>
              <a:defRPr sz="1725" b="0">
                <a:solidFill>
                  <a:srgbClr val="657187"/>
                </a:solidFill>
              </a:defRPr>
            </a:lvl7pPr>
            <a:lvl8pPr>
              <a:defRPr sz="1725" b="0">
                <a:solidFill>
                  <a:srgbClr val="657187"/>
                </a:solidFill>
              </a:defRPr>
            </a:lvl8pPr>
            <a:lvl9pPr>
              <a:defRPr sz="1725" b="0">
                <a:solidFill>
                  <a:srgbClr val="657187"/>
                </a:solidFill>
              </a:defRPr>
            </a:lvl9pPr>
          </a:lstStyle>
          <a:p xmlns:a="http://schemas.openxmlformats.org/drawingml/2006/main">
            <a:pPr>
              <a:defRPr sz="1725" b="0">
                <a:solidFill>
                  <a:srgbClr val="657187"/>
                </a:solidFill>
              </a:defRPr>
            </a:pPr>
            <a:r>
              <a:rPr sz="1725" b="0">
                <a:solidFill>
                  <a:srgbClr val="657187"/>
                </a:solidFill>
              </a:rPr>
              <a:t>Comprobación técnica y heurística; no reemplaza a los participantes.</a:t>
            </a:r>
          </a:p>
        </p:txBody>
      </p:sp>
      <p:sp>
        <p:nvSpPr>
          <p:cNvPr id="7" name="">
            <a:extLst xmlns:a="http://schemas.openxmlformats.org/drawingml/2006/main">
              <a:ext uri="{FF2B5EF4-FFF2-40B4-BE49-F238E27FC236}">
                <a16:creationId xmlns:a16="http://schemas.microsoft.com/office/drawing/2014/main" id="{DFD17855-455C-40C2-8E95-BCBDA787F45B}"/>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ADFE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19E3A88-8E2C-4778-8136-A94D8E78C9B7}"/>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657187"/>
                </a:solidFill>
              </a:defRPr>
            </a:defPPr>
            <a:lvl1pPr>
              <a:defRPr sz="900" b="0">
                <a:solidFill>
                  <a:srgbClr val="657187"/>
                </a:solidFill>
              </a:defRPr>
            </a:lvl1pPr>
            <a:lvl2pPr>
              <a:defRPr sz="900" b="0">
                <a:solidFill>
                  <a:srgbClr val="657187"/>
                </a:solidFill>
              </a:defRPr>
            </a:lvl2pPr>
            <a:lvl3pPr>
              <a:defRPr sz="900" b="0">
                <a:solidFill>
                  <a:srgbClr val="657187"/>
                </a:solidFill>
              </a:defRPr>
            </a:lvl3pPr>
            <a:lvl4pPr>
              <a:defRPr sz="900" b="0">
                <a:solidFill>
                  <a:srgbClr val="657187"/>
                </a:solidFill>
              </a:defRPr>
            </a:lvl4pPr>
            <a:lvl5pPr>
              <a:defRPr sz="900" b="0">
                <a:solidFill>
                  <a:srgbClr val="657187"/>
                </a:solidFill>
              </a:defRPr>
            </a:lvl5pPr>
            <a:lvl6pPr>
              <a:defRPr sz="900" b="0">
                <a:solidFill>
                  <a:srgbClr val="657187"/>
                </a:solidFill>
              </a:defRPr>
            </a:lvl6pPr>
            <a:lvl7pPr>
              <a:defRPr sz="900" b="0">
                <a:solidFill>
                  <a:srgbClr val="657187"/>
                </a:solidFill>
              </a:defRPr>
            </a:lvl7pPr>
            <a:lvl8pPr>
              <a:defRPr sz="900" b="0">
                <a:solidFill>
                  <a:srgbClr val="657187"/>
                </a:solidFill>
              </a:defRPr>
            </a:lvl8pPr>
            <a:lvl9pPr>
              <a:defRPr sz="900" b="0">
                <a:solidFill>
                  <a:srgbClr val="657187"/>
                </a:solidFill>
              </a:defRPr>
            </a:lvl9pPr>
          </a:lstStyle>
          <a:p xmlns:a="http://schemas.openxmlformats.org/drawingml/2006/main">
            <a:pPr>
              <a:defRPr sz="900" b="0">
                <a:solidFill>
                  <a:srgbClr val="657187"/>
                </a:solidFill>
              </a:defRPr>
            </a:pPr>
            <a:r>
              <a:rPr sz="900" b="0">
                <a:solidFill>
                  <a:srgbClr val="657187"/>
                </a:solidFill>
              </a:rPr>
              <a:t>Prototipo académico · Demostración sin cobros reales</a:t>
            </a:r>
          </a:p>
        </p:txBody>
      </p:sp>
      <p:graphicFrame>
        <p:nvGraphicFramePr>
          <p:cNvPr id="9" name="">
            <a:extLst xmlns:a="http://schemas.openxmlformats.org/drawingml/2006/main">
              <a:ext uri="{FF2B5EF4-FFF2-40B4-BE49-F238E27FC236}">
                <a16:creationId xmlns:a16="http://schemas.microsoft.com/office/drawing/2014/main" id="{D3E40577-171F-4767-B998-1C6F5914FA78}"/>
              </a:ext>
            </a:extLst>
          </p:cNvPr>
          <p:cNvGraphicFramePr/>
          <p:nvPr/>
        </p:nvGraphicFramePr>
        <p:xfrm>
          <a:off xmlns:a="http://schemas.openxmlformats.org/drawingml/2006/main" x="609600" y="2667000"/>
          <a:ext xmlns:a="http://schemas.openxmlformats.org/drawingml/2006/main" cx="10972800" cy="2952750"/>
        </p:xfrm>
        <a:graphic xmlns:a="http://schemas.openxmlformats.org/drawingml/2006/main">
          <a:graphicData uri="http://schemas.openxmlformats.org/drawingml/2006/table">
            <a:tbl>
              <a:tblPr/>
              <a:tblGrid>
                <a:gridCol w="3143250"/>
                <a:gridCol w="4143375"/>
                <a:gridCol w="3686175"/>
              </a:tblGrid>
              <a:tr h="457200">
                <a:tc>
                  <a:txBody>
                    <a:bodyPr/>
                    <a:lstStyle/>
                    <a:p>
                      <a:r>
                        <a:rPr sz="1350" b="1">
                          <a:solidFill>
                            <a:srgbClr val="FFFFFF"/>
                          </a:solidFill>
                        </a:rPr>
                        <a:t>Hallazgo original</a:t>
                      </a:r>
                    </a:p>
                  </a:txBody>
                  <a:tcPr marL="91440" marR="91440" marT="45720" marB="45720">
                    <a:lnL w="9525">
                      <a:solidFill>
                        <a:srgbClr val="DADFE6"/>
                      </a:solidFill>
                      <a:prstDash val="solid"/>
                    </a:lnL>
                    <a:lnR w="9525">
                      <a:solidFill>
                        <a:srgbClr val="DADFE6"/>
                      </a:solidFill>
                      <a:prstDash val="solid"/>
                    </a:lnR>
                    <a:lnT w="9525">
                      <a:solidFill>
                        <a:srgbClr val="DADFE6"/>
                      </a:solidFill>
                      <a:prstDash val="solid"/>
                    </a:lnT>
                    <a:lnB w="9525">
                      <a:solidFill>
                        <a:srgbClr val="DADFE6"/>
                      </a:solidFill>
                      <a:prstDash val="solid"/>
                    </a:lnB>
                    <a:solidFill>
                      <a:srgbClr val="14264E"/>
                    </a:solidFill>
                  </a:tcPr>
                </a:tc>
                <a:tc>
                  <a:txBody>
                    <a:bodyPr/>
                    <a:lstStyle/>
                    <a:p>
                      <a:r>
                        <a:rPr sz="1350" b="1">
                          <a:solidFill>
                            <a:srgbClr val="FFFFFF"/>
                          </a:solidFill>
                        </a:rPr>
                        <a:t>Cambio implementado</a:t>
                      </a:r>
                    </a:p>
                  </a:txBody>
                  <a:tcPr marL="91440" marR="91440" marT="45720" marB="45720">
                    <a:lnR w="9525">
                      <a:solidFill>
                        <a:srgbClr val="DADFE6"/>
                      </a:solidFill>
                      <a:prstDash val="solid"/>
                    </a:lnR>
                    <a:lnT w="9525">
                      <a:solidFill>
                        <a:srgbClr val="DADFE6"/>
                      </a:solidFill>
                      <a:prstDash val="solid"/>
                    </a:lnT>
                    <a:lnB w="9525">
                      <a:solidFill>
                        <a:srgbClr val="DADFE6"/>
                      </a:solidFill>
                      <a:prstDash val="solid"/>
                    </a:lnB>
                    <a:solidFill>
                      <a:srgbClr val="14264E"/>
                    </a:solidFill>
                  </a:tcPr>
                </a:tc>
                <a:tc>
                  <a:txBody>
                    <a:bodyPr/>
                    <a:lstStyle/>
                    <a:p>
                      <a:r>
                        <a:rPr sz="1350" b="1">
                          <a:solidFill>
                            <a:srgbClr val="FFFFFF"/>
                          </a:solidFill>
                        </a:rPr>
                        <a:t>Evidencia técnica</a:t>
                      </a:r>
                    </a:p>
                  </a:txBody>
                  <a:tcPr marL="91440" marR="91440" marT="45720" marB="45720">
                    <a:lnR w="9525">
                      <a:solidFill>
                        <a:srgbClr val="DADFE6"/>
                      </a:solidFill>
                      <a:prstDash val="solid"/>
                    </a:lnR>
                    <a:lnT w="9525">
                      <a:solidFill>
                        <a:srgbClr val="DADFE6"/>
                      </a:solidFill>
                      <a:prstDash val="solid"/>
                    </a:lnT>
                    <a:lnB w="9525">
                      <a:solidFill>
                        <a:srgbClr val="DADFE6"/>
                      </a:solidFill>
                      <a:prstDash val="solid"/>
                    </a:lnB>
                    <a:solidFill>
                      <a:srgbClr val="14264E"/>
                    </a:solidFill>
                  </a:tcPr>
                </a:tc>
              </a:tr>
              <a:tr h="623888">
                <a:tc>
                  <a:txBody>
                    <a:bodyPr/>
                    <a:lstStyle/>
                    <a:p>
                      <a:r>
                        <a:rPr sz="1500" b="0">
                          <a:solidFill>
                            <a:srgbClr val="233451"/>
                          </a:solidFill>
                        </a:rPr>
                        <a:t>Estados y fechas poco coherentes</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FFFFF"/>
                    </a:solidFill>
                  </a:tcPr>
                </a:tc>
                <a:tc>
                  <a:txBody>
                    <a:bodyPr/>
                    <a:lstStyle/>
                    <a:p>
                      <a:r>
                        <a:rPr sz="1500" b="0">
                          <a:solidFill>
                            <a:srgbClr val="233451"/>
                          </a:solidFill>
                        </a:rPr>
                        <a:t>Fecha fija, orden y filtro de vencidos</a:t>
                      </a:r>
                    </a:p>
                  </a:txBody>
                  <a:tcPr marL="91440" marR="91440" marT="45720" marB="45720">
                    <a:lnR w="9525">
                      <a:solidFill>
                        <a:srgbClr val="DADFE6"/>
                      </a:solidFill>
                      <a:prstDash val="solid"/>
                    </a:lnR>
                    <a:lnB w="9525">
                      <a:solidFill>
                        <a:srgbClr val="DADFE6"/>
                      </a:solidFill>
                      <a:prstDash val="solid"/>
                    </a:lnB>
                    <a:solidFill>
                      <a:srgbClr val="FFFFFF"/>
                    </a:solidFill>
                  </a:tcPr>
                </a:tc>
                <a:tc>
                  <a:txBody>
                    <a:bodyPr/>
                    <a:lstStyle/>
                    <a:p>
                      <a:r>
                        <a:rPr sz="1500" b="0">
                          <a:solidFill>
                            <a:srgbClr val="233451"/>
                          </a:solidFill>
                        </a:rPr>
                        <a:t>Predial aislado por el filtro.</a:t>
                      </a:r>
                    </a:p>
                  </a:txBody>
                  <a:tcPr marL="91440" marR="91440" marT="45720" marB="45720">
                    <a:lnR w="9525">
                      <a:solidFill>
                        <a:srgbClr val="DADFE6"/>
                      </a:solidFill>
                      <a:prstDash val="solid"/>
                    </a:lnR>
                    <a:lnB w="9525">
                      <a:solidFill>
                        <a:srgbClr val="DADFE6"/>
                      </a:solidFill>
                      <a:prstDash val="solid"/>
                    </a:lnB>
                    <a:solidFill>
                      <a:srgbClr val="FFFFFF"/>
                    </a:solidFill>
                  </a:tcPr>
                </a:tc>
              </a:tr>
              <a:tr h="623888">
                <a:tc>
                  <a:txBody>
                    <a:bodyPr/>
                    <a:lstStyle/>
                    <a:p>
                      <a:r>
                        <a:rPr sz="1500" b="0">
                          <a:solidFill>
                            <a:srgbClr val="233451"/>
                          </a:solidFill>
                        </a:rPr>
                        <a:t>Volver reiniciaba el contexto</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0F1F3"/>
                    </a:solidFill>
                  </a:tcPr>
                </a:tc>
                <a:tc>
                  <a:txBody>
                    <a:bodyPr/>
                    <a:lstStyle/>
                    <a:p>
                      <a:r>
                        <a:rPr sz="1500" b="0">
                          <a:solidFill>
                            <a:srgbClr val="233451"/>
                          </a:solidFill>
                        </a:rPr>
                        <a:t>Estado compartido entre pantallas</a:t>
                      </a:r>
                    </a:p>
                  </a:txBody>
                  <a:tcPr marL="91440" marR="91440" marT="45720" marB="45720">
                    <a:lnR w="9525">
                      <a:solidFill>
                        <a:srgbClr val="DADFE6"/>
                      </a:solidFill>
                      <a:prstDash val="solid"/>
                    </a:lnR>
                    <a:lnB w="9525">
                      <a:solidFill>
                        <a:srgbClr val="DADFE6"/>
                      </a:solidFill>
                      <a:prstDash val="solid"/>
                    </a:lnB>
                    <a:solidFill>
                      <a:srgbClr val="F0F1F3"/>
                    </a:solidFill>
                  </a:tcPr>
                </a:tc>
                <a:tc>
                  <a:txBody>
                    <a:bodyPr/>
                    <a:lstStyle/>
                    <a:p>
                      <a:r>
                        <a:rPr sz="1500" b="0">
                          <a:solidFill>
                            <a:srgbClr val="233451"/>
                          </a:solidFill>
                        </a:rPr>
                        <a:t>Predial sigue seleccionado al volver.</a:t>
                      </a:r>
                    </a:p>
                  </a:txBody>
                  <a:tcPr marL="91440" marR="91440" marT="45720" marB="45720">
                    <a:lnR w="9525">
                      <a:solidFill>
                        <a:srgbClr val="DADFE6"/>
                      </a:solidFill>
                      <a:prstDash val="solid"/>
                    </a:lnR>
                    <a:lnB w="9525">
                      <a:solidFill>
                        <a:srgbClr val="DADFE6"/>
                      </a:solidFill>
                      <a:prstDash val="solid"/>
                    </a:lnB>
                    <a:solidFill>
                      <a:srgbClr val="F0F1F3"/>
                    </a:solidFill>
                  </a:tcPr>
                </a:tc>
              </a:tr>
              <a:tr h="623888">
                <a:tc>
                  <a:txBody>
                    <a:bodyPr/>
                    <a:lstStyle/>
                    <a:p>
                      <a:r>
                        <a:rPr sz="1500" b="0">
                          <a:solidFill>
                            <a:srgbClr val="233451"/>
                          </a:solidFill>
                        </a:rPr>
                        <a:t>Pago presentado como real</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FFFFF"/>
                    </a:solidFill>
                  </a:tcPr>
                </a:tc>
                <a:tc>
                  <a:txBody>
                    <a:bodyPr/>
                    <a:lstStyle/>
                    <a:p>
                      <a:r>
                        <a:rPr sz="1500" b="0">
                          <a:solidFill>
                            <a:srgbClr val="233451"/>
                          </a:solidFill>
                        </a:rPr>
                        <a:t>Confirmación y aviso de simulación</a:t>
                      </a:r>
                    </a:p>
                  </a:txBody>
                  <a:tcPr marL="91440" marR="91440" marT="45720" marB="45720">
                    <a:lnR w="9525">
                      <a:solidFill>
                        <a:srgbClr val="DADFE6"/>
                      </a:solidFill>
                      <a:prstDash val="solid"/>
                    </a:lnR>
                    <a:lnB w="9525">
                      <a:solidFill>
                        <a:srgbClr val="DADFE6"/>
                      </a:solidFill>
                      <a:prstDash val="solid"/>
                    </a:lnB>
                    <a:solidFill>
                      <a:srgbClr val="FFFFFF"/>
                    </a:solidFill>
                  </a:tcPr>
                </a:tc>
                <a:tc>
                  <a:txBody>
                    <a:bodyPr/>
                    <a:lstStyle/>
                    <a:p>
                      <a:r>
                        <a:rPr sz="1500" b="0">
                          <a:solidFill>
                            <a:srgbClr val="233451"/>
                          </a:solidFill>
                        </a:rPr>
                        <a:t>No solicita datos financieros.</a:t>
                      </a:r>
                    </a:p>
                  </a:txBody>
                  <a:tcPr marL="91440" marR="91440" marT="45720" marB="45720">
                    <a:lnR w="9525">
                      <a:solidFill>
                        <a:srgbClr val="DADFE6"/>
                      </a:solidFill>
                      <a:prstDash val="solid"/>
                    </a:lnR>
                    <a:lnB w="9525">
                      <a:solidFill>
                        <a:srgbClr val="DADFE6"/>
                      </a:solidFill>
                      <a:prstDash val="solid"/>
                    </a:lnB>
                    <a:solidFill>
                      <a:srgbClr val="FFFFFF"/>
                    </a:solidFill>
                  </a:tcPr>
                </a:tc>
              </a:tr>
              <a:tr h="623888">
                <a:tc>
                  <a:txBody>
                    <a:bodyPr/>
                    <a:lstStyle/>
                    <a:p>
                      <a:r>
                        <a:rPr sz="1500" b="0">
                          <a:solidFill>
                            <a:srgbClr val="233451"/>
                          </a:solidFill>
                        </a:rPr>
                        <a:t>Descarga sin acción / saldo estático</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0F1F3"/>
                    </a:solidFill>
                  </a:tcPr>
                </a:tc>
                <a:tc>
                  <a:txBody>
                    <a:bodyPr/>
                    <a:lstStyle/>
                    <a:p>
                      <a:r>
                        <a:rPr sz="1500" b="0">
                          <a:solidFill>
                            <a:srgbClr val="233451"/>
                          </a:solidFill>
                        </a:rPr>
                        <a:t>Constancia HTML y saldo conectado</a:t>
                      </a:r>
                    </a:p>
                  </a:txBody>
                  <a:tcPr marL="91440" marR="91440" marT="45720" marB="45720">
                    <a:lnR w="9525">
                      <a:solidFill>
                        <a:srgbClr val="DADFE6"/>
                      </a:solidFill>
                      <a:prstDash val="solid"/>
                    </a:lnR>
                    <a:lnB w="9525">
                      <a:solidFill>
                        <a:srgbClr val="DADFE6"/>
                      </a:solidFill>
                      <a:prstDash val="solid"/>
                    </a:lnB>
                    <a:solidFill>
                      <a:srgbClr val="F0F1F3"/>
                    </a:solidFill>
                  </a:tcPr>
                </a:tc>
                <a:tc>
                  <a:txBody>
                    <a:bodyPr/>
                    <a:lstStyle/>
                    <a:p>
                      <a:r>
                        <a:rPr sz="1500" b="0">
                          <a:solidFill>
                            <a:srgbClr val="233451"/>
                          </a:solidFill>
                        </a:rPr>
                        <a:t>Descarga; saldo restante S/427.50.</a:t>
                      </a:r>
                    </a:p>
                  </a:txBody>
                  <a:tcPr marL="91440" marR="91440" marT="45720" marB="45720">
                    <a:lnR w="9525">
                      <a:solidFill>
                        <a:srgbClr val="DADFE6"/>
                      </a:solidFill>
                      <a:prstDash val="solid"/>
                    </a:lnR>
                    <a:lnB w="9525">
                      <a:solidFill>
                        <a:srgbClr val="DADFE6"/>
                      </a:solidFill>
                      <a:prstDash val="solid"/>
                    </a:lnB>
                    <a:solidFill>
                      <a:srgbClr val="F0F1F3"/>
                    </a:solidFill>
                  </a:tcPr>
                </a:tc>
              </a:tr>
            </a:tbl>
          </a:graphicData>
        </a:graphic>
      </p:graphicFrame>
      <p:sp>
        <p:nvSpPr>
          <p:cNvPr id="10" name="">
            <a:extLst xmlns:a="http://schemas.openxmlformats.org/drawingml/2006/main">
              <a:ext uri="{FF2B5EF4-FFF2-40B4-BE49-F238E27FC236}">
                <a16:creationId xmlns:a16="http://schemas.microsoft.com/office/drawing/2014/main" id="{6ACDF877-6575-4C01-B362-BAFB04EBBFD9}"/>
              </a:ext>
            </a:extLst>
          </p:cNvPr>
          <p:cNvSpPr>
            <a:spLocks xmlns:a="http://schemas.openxmlformats.org/drawingml/2006/main" noGrp="1"/>
          </p:cNvSpPr>
          <p:nvPr/>
        </p:nvSpPr>
        <p:spPr>
          <a:xfrm xmlns:a="http://schemas.openxmlformats.org/drawingml/2006/main">
            <a:off x="609600" y="581977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657187"/>
                </a:solidFill>
              </a:defRPr>
            </a:defPPr>
            <a:lvl1pPr>
              <a:defRPr sz="1425" b="0">
                <a:solidFill>
                  <a:srgbClr val="657187"/>
                </a:solidFill>
              </a:defRPr>
            </a:lvl1pPr>
            <a:lvl2pPr>
              <a:defRPr sz="1425" b="0">
                <a:solidFill>
                  <a:srgbClr val="657187"/>
                </a:solidFill>
              </a:defRPr>
            </a:lvl2pPr>
            <a:lvl3pPr>
              <a:defRPr sz="1425" b="0">
                <a:solidFill>
                  <a:srgbClr val="657187"/>
                </a:solidFill>
              </a:defRPr>
            </a:lvl3pPr>
            <a:lvl4pPr>
              <a:defRPr sz="1425" b="0">
                <a:solidFill>
                  <a:srgbClr val="657187"/>
                </a:solidFill>
              </a:defRPr>
            </a:lvl4pPr>
            <a:lvl5pPr>
              <a:defRPr sz="1425" b="0">
                <a:solidFill>
                  <a:srgbClr val="657187"/>
                </a:solidFill>
              </a:defRPr>
            </a:lvl5pPr>
            <a:lvl6pPr>
              <a:defRPr sz="1425" b="0">
                <a:solidFill>
                  <a:srgbClr val="657187"/>
                </a:solidFill>
              </a:defRPr>
            </a:lvl6pPr>
            <a:lvl7pPr>
              <a:defRPr sz="1425" b="0">
                <a:solidFill>
                  <a:srgbClr val="657187"/>
                </a:solidFill>
              </a:defRPr>
            </a:lvl7pPr>
            <a:lvl8pPr>
              <a:defRPr sz="1425" b="0">
                <a:solidFill>
                  <a:srgbClr val="657187"/>
                </a:solidFill>
              </a:defRPr>
            </a:lvl8pPr>
            <a:lvl9pPr>
              <a:defRPr sz="1425" b="0">
                <a:solidFill>
                  <a:srgbClr val="657187"/>
                </a:solidFill>
              </a:defRPr>
            </a:lvl9pPr>
          </a:lstStyle>
          <a:p xmlns:a="http://schemas.openxmlformats.org/drawingml/2006/main">
            <a:pPr>
              <a:defRPr sz="1425" b="0">
                <a:solidFill>
                  <a:srgbClr val="657187"/>
                </a:solidFill>
              </a:defRPr>
            </a:pPr>
            <a:r>
              <a:rPr sz="1425" b="0">
                <a:solidFill>
                  <a:srgbClr val="657187"/>
                </a:solidFill>
              </a:rPr>
              <a:t>Pendiente: contraste con usuarios, lector de pantalla y desempeño en otros dispositivos.</a:t>
            </a:r>
          </a:p>
        </p:txBody>
      </p:sp>
    </p:spTree>
    <p:extLst>
      <p:ext uri="{BB962C8B-B14F-4D97-AF65-F5344CB8AC3E}">
        <p14:creationId xmlns:p14="http://schemas.microsoft.com/office/powerpoint/2010/main" val="1296239863"/>
      </p:ext>
    </p:extLst>
  </p:cSld>
</p:sld>
</file>

<file path=ppt/slides/slide1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543D78B-5F79-4E9C-90C7-2648A81075D9}"/>
              </a:ext>
            </a:extLst>
          </p:cNvPr>
          <p:cNvSpPr>
            <a:spLocks xmlns:a="http://schemas.openxmlformats.org/drawingml/2006/main" noGrp="1"/>
          </p:cNvSpPr>
          <p:nvPr/>
        </p:nvSpPr>
        <p:spPr>
          <a:xfrm xmlns:a="http://schemas.openxmlformats.org/drawingml/2006/main">
            <a:off x="609600" y="533400"/>
            <a:ext cx="419100" cy="38100"/>
          </a:xfrm>
          <a:prstGeom xmlns:a="http://schemas.openxmlformats.org/drawingml/2006/main" prst="rect">
            <a:avLst/>
          </a:prstGeom>
          <a:solidFill xmlns:a="http://schemas.openxmlformats.org/drawingml/2006/main">
            <a:srgbClr val="A17D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7EF8B5-572C-429E-AE5C-F9AF143A249D}"/>
              </a:ext>
            </a:extLst>
          </p:cNvPr>
          <p:cNvSpPr>
            <a:spLocks xmlns:a="http://schemas.openxmlformats.org/drawingml/2006/main" noGrp="1"/>
          </p:cNvSpPr>
          <p:nvPr/>
        </p:nvSpPr>
        <p:spPr>
          <a:xfrm xmlns:a="http://schemas.openxmlformats.org/drawingml/2006/main">
            <a:off x="1181100" y="3810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1">
                <a:solidFill>
                  <a:srgbClr val="A17D2B"/>
                </a:solidFill>
              </a:defRPr>
            </a:defPPr>
            <a:lvl1pPr>
              <a:defRPr sz="975" b="1">
                <a:solidFill>
                  <a:srgbClr val="A17D2B"/>
                </a:solidFill>
              </a:defRPr>
            </a:lvl1pPr>
            <a:lvl2pPr>
              <a:defRPr sz="975" b="1">
                <a:solidFill>
                  <a:srgbClr val="A17D2B"/>
                </a:solidFill>
              </a:defRPr>
            </a:lvl2pPr>
            <a:lvl3pPr>
              <a:defRPr sz="975" b="1">
                <a:solidFill>
                  <a:srgbClr val="A17D2B"/>
                </a:solidFill>
              </a:defRPr>
            </a:lvl3pPr>
            <a:lvl4pPr>
              <a:defRPr sz="975" b="1">
                <a:solidFill>
                  <a:srgbClr val="A17D2B"/>
                </a:solidFill>
              </a:defRPr>
            </a:lvl4pPr>
            <a:lvl5pPr>
              <a:defRPr sz="975" b="1">
                <a:solidFill>
                  <a:srgbClr val="A17D2B"/>
                </a:solidFill>
              </a:defRPr>
            </a:lvl5pPr>
            <a:lvl6pPr>
              <a:defRPr sz="975" b="1">
                <a:solidFill>
                  <a:srgbClr val="A17D2B"/>
                </a:solidFill>
              </a:defRPr>
            </a:lvl6pPr>
            <a:lvl7pPr>
              <a:defRPr sz="975" b="1">
                <a:solidFill>
                  <a:srgbClr val="A17D2B"/>
                </a:solidFill>
              </a:defRPr>
            </a:lvl7pPr>
            <a:lvl8pPr>
              <a:defRPr sz="975" b="1">
                <a:solidFill>
                  <a:srgbClr val="A17D2B"/>
                </a:solidFill>
              </a:defRPr>
            </a:lvl8pPr>
            <a:lvl9pPr>
              <a:defRPr sz="975" b="1">
                <a:solidFill>
                  <a:srgbClr val="A17D2B"/>
                </a:solidFill>
              </a:defRPr>
            </a:lvl9pPr>
          </a:lstStyle>
          <a:p xmlns:a="http://schemas.openxmlformats.org/drawingml/2006/main">
            <a:pPr>
              <a:defRPr sz="975" b="1">
                <a:solidFill>
                  <a:srgbClr val="A17D2B"/>
                </a:solidFill>
              </a:defRPr>
            </a:pPr>
            <a:r>
              <a:rPr sz="975" b="1">
                <a:solidFill>
                  <a:srgbClr val="A17D2B"/>
                </a:solidFill>
              </a:rPr>
              <a:t>TRIBUTAFÁCIL / GRUPO 4</a:t>
            </a:r>
          </a:p>
        </p:txBody>
      </p:sp>
      <p:sp>
        <p:nvSpPr>
          <p:cNvPr id="4" name="">
            <a:extLst xmlns:a="http://schemas.openxmlformats.org/drawingml/2006/main">
              <a:ext uri="{FF2B5EF4-FFF2-40B4-BE49-F238E27FC236}">
                <a16:creationId xmlns:a16="http://schemas.microsoft.com/office/drawing/2014/main" id="{966055E0-C69C-44EC-B6C5-793BD2E7DC00}"/>
              </a:ext>
            </a:extLst>
          </p:cNvPr>
          <p:cNvSpPr>
            <a:spLocks xmlns:a="http://schemas.openxmlformats.org/drawingml/2006/main" noGrp="1"/>
          </p:cNvSpPr>
          <p:nvPr/>
        </p:nvSpPr>
        <p:spPr>
          <a:xfrm xmlns:a="http://schemas.openxmlformats.org/drawingml/2006/main">
            <a:off x="11049000" y="38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657187"/>
                </a:solidFill>
              </a:defRPr>
            </a:defPPr>
            <a:lvl1pPr>
              <a:defRPr sz="1050" b="0">
                <a:solidFill>
                  <a:srgbClr val="657187"/>
                </a:solidFill>
              </a:defRPr>
            </a:lvl1pPr>
            <a:lvl2pPr>
              <a:defRPr sz="1050" b="0">
                <a:solidFill>
                  <a:srgbClr val="657187"/>
                </a:solidFill>
              </a:defRPr>
            </a:lvl2pPr>
            <a:lvl3pPr>
              <a:defRPr sz="1050" b="0">
                <a:solidFill>
                  <a:srgbClr val="657187"/>
                </a:solidFill>
              </a:defRPr>
            </a:lvl3pPr>
            <a:lvl4pPr>
              <a:defRPr sz="1050" b="0">
                <a:solidFill>
                  <a:srgbClr val="657187"/>
                </a:solidFill>
              </a:defRPr>
            </a:lvl4pPr>
            <a:lvl5pPr>
              <a:defRPr sz="1050" b="0">
                <a:solidFill>
                  <a:srgbClr val="657187"/>
                </a:solidFill>
              </a:defRPr>
            </a:lvl5pPr>
            <a:lvl6pPr>
              <a:defRPr sz="1050" b="0">
                <a:solidFill>
                  <a:srgbClr val="657187"/>
                </a:solidFill>
              </a:defRPr>
            </a:lvl6pPr>
            <a:lvl7pPr>
              <a:defRPr sz="1050" b="0">
                <a:solidFill>
                  <a:srgbClr val="657187"/>
                </a:solidFill>
              </a:defRPr>
            </a:lvl7pPr>
            <a:lvl8pPr>
              <a:defRPr sz="1050" b="0">
                <a:solidFill>
                  <a:srgbClr val="657187"/>
                </a:solidFill>
              </a:defRPr>
            </a:lvl8pPr>
            <a:lvl9pPr>
              <a:defRPr sz="1050" b="0">
                <a:solidFill>
                  <a:srgbClr val="657187"/>
                </a:solidFill>
              </a:defRPr>
            </a:lvl9pPr>
          </a:lstStyle>
          <a:p xmlns:a="http://schemas.openxmlformats.org/drawingml/2006/main">
            <a:pPr>
              <a:defRPr sz="1050" b="0">
                <a:solidFill>
                  <a:srgbClr val="657187"/>
                </a:solidFill>
              </a:defRPr>
            </a:pPr>
            <a:r>
              <a:rPr sz="1050" b="0">
                <a:solidFill>
                  <a:srgbClr val="657187"/>
                </a:solidFill>
              </a:rPr>
              <a:t>12</a:t>
            </a:r>
          </a:p>
        </p:txBody>
      </p:sp>
      <p:sp>
        <p:nvSpPr>
          <p:cNvPr id="5" name="">
            <a:extLst xmlns:a="http://schemas.openxmlformats.org/drawingml/2006/main">
              <a:ext uri="{FF2B5EF4-FFF2-40B4-BE49-F238E27FC236}">
                <a16:creationId xmlns:a16="http://schemas.microsoft.com/office/drawing/2014/main" id="{1DED58E6-CBFB-44DC-AD88-3DF4DFD0939D}"/>
              </a:ext>
            </a:extLst>
          </p:cNvPr>
          <p:cNvSpPr>
            <a:spLocks xmlns:a="http://schemas.openxmlformats.org/drawingml/2006/main" noGrp="1"/>
          </p:cNvSpPr>
          <p:nvPr/>
        </p:nvSpPr>
        <p:spPr>
          <a:xfrm xmlns:a="http://schemas.openxmlformats.org/drawingml/2006/main">
            <a:off x="609600" y="1028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4264E"/>
                </a:solidFill>
              </a:defRPr>
            </a:defPPr>
            <a:lvl1pPr>
              <a:defRPr sz="3300" b="1">
                <a:solidFill>
                  <a:srgbClr val="14264E"/>
                </a:solidFill>
              </a:defRPr>
            </a:lvl1pPr>
            <a:lvl2pPr>
              <a:defRPr sz="3300" b="1">
                <a:solidFill>
                  <a:srgbClr val="14264E"/>
                </a:solidFill>
              </a:defRPr>
            </a:lvl2pPr>
            <a:lvl3pPr>
              <a:defRPr sz="3300" b="1">
                <a:solidFill>
                  <a:srgbClr val="14264E"/>
                </a:solidFill>
              </a:defRPr>
            </a:lvl3pPr>
            <a:lvl4pPr>
              <a:defRPr sz="3300" b="1">
                <a:solidFill>
                  <a:srgbClr val="14264E"/>
                </a:solidFill>
              </a:defRPr>
            </a:lvl4pPr>
            <a:lvl5pPr>
              <a:defRPr sz="3300" b="1">
                <a:solidFill>
                  <a:srgbClr val="14264E"/>
                </a:solidFill>
              </a:defRPr>
            </a:lvl5pPr>
            <a:lvl6pPr>
              <a:defRPr sz="3300" b="1">
                <a:solidFill>
                  <a:srgbClr val="14264E"/>
                </a:solidFill>
              </a:defRPr>
            </a:lvl6pPr>
            <a:lvl7pPr>
              <a:defRPr sz="3300" b="1">
                <a:solidFill>
                  <a:srgbClr val="14264E"/>
                </a:solidFill>
              </a:defRPr>
            </a:lvl7pPr>
            <a:lvl8pPr>
              <a:defRPr sz="3300" b="1">
                <a:solidFill>
                  <a:srgbClr val="14264E"/>
                </a:solidFill>
              </a:defRPr>
            </a:lvl8pPr>
            <a:lvl9pPr>
              <a:defRPr sz="3300" b="1">
                <a:solidFill>
                  <a:srgbClr val="14264E"/>
                </a:solidFill>
              </a:defRPr>
            </a:lvl9pPr>
          </a:lstStyle>
          <a:p xmlns:a="http://schemas.openxmlformats.org/drawingml/2006/main">
            <a:pPr>
              <a:defRPr sz="3300" b="1">
                <a:solidFill>
                  <a:srgbClr val="14264E"/>
                </a:solidFill>
              </a:defRPr>
            </a:pPr>
            <a:r>
              <a:rPr sz="3300" b="1">
                <a:solidFill>
                  <a:srgbClr val="14264E"/>
                </a:solidFill>
              </a:rPr>
              <a:t>Prueba en vivo: Think Aloud</a:t>
            </a:r>
          </a:p>
        </p:txBody>
      </p:sp>
      <p:sp>
        <p:nvSpPr>
          <p:cNvPr id="6" name="">
            <a:extLst xmlns:a="http://schemas.openxmlformats.org/drawingml/2006/main">
              <a:ext uri="{FF2B5EF4-FFF2-40B4-BE49-F238E27FC236}">
                <a16:creationId xmlns:a16="http://schemas.microsoft.com/office/drawing/2014/main" id="{8ED1F5B3-3E33-46C4-B26E-2AE65A9E55CF}"/>
              </a:ext>
            </a:extLst>
          </p:cNvPr>
          <p:cNvSpPr>
            <a:spLocks xmlns:a="http://schemas.openxmlformats.org/drawingml/2006/main" noGrp="1"/>
          </p:cNvSpPr>
          <p:nvPr/>
        </p:nvSpPr>
        <p:spPr>
          <a:xfrm xmlns:a="http://schemas.openxmlformats.org/drawingml/2006/main">
            <a:off x="609600" y="19240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657187"/>
                </a:solidFill>
              </a:defRPr>
            </a:defPPr>
            <a:lvl1pPr>
              <a:defRPr sz="1725" b="0">
                <a:solidFill>
                  <a:srgbClr val="657187"/>
                </a:solidFill>
              </a:defRPr>
            </a:lvl1pPr>
            <a:lvl2pPr>
              <a:defRPr sz="1725" b="0">
                <a:solidFill>
                  <a:srgbClr val="657187"/>
                </a:solidFill>
              </a:defRPr>
            </a:lvl2pPr>
            <a:lvl3pPr>
              <a:defRPr sz="1725" b="0">
                <a:solidFill>
                  <a:srgbClr val="657187"/>
                </a:solidFill>
              </a:defRPr>
            </a:lvl3pPr>
            <a:lvl4pPr>
              <a:defRPr sz="1725" b="0">
                <a:solidFill>
                  <a:srgbClr val="657187"/>
                </a:solidFill>
              </a:defRPr>
            </a:lvl4pPr>
            <a:lvl5pPr>
              <a:defRPr sz="1725" b="0">
                <a:solidFill>
                  <a:srgbClr val="657187"/>
                </a:solidFill>
              </a:defRPr>
            </a:lvl5pPr>
            <a:lvl6pPr>
              <a:defRPr sz="1725" b="0">
                <a:solidFill>
                  <a:srgbClr val="657187"/>
                </a:solidFill>
              </a:defRPr>
            </a:lvl6pPr>
            <a:lvl7pPr>
              <a:defRPr sz="1725" b="0">
                <a:solidFill>
                  <a:srgbClr val="657187"/>
                </a:solidFill>
              </a:defRPr>
            </a:lvl7pPr>
            <a:lvl8pPr>
              <a:defRPr sz="1725" b="0">
                <a:solidFill>
                  <a:srgbClr val="657187"/>
                </a:solidFill>
              </a:defRPr>
            </a:lvl8pPr>
            <a:lvl9pPr>
              <a:defRPr sz="1725" b="0">
                <a:solidFill>
                  <a:srgbClr val="657187"/>
                </a:solidFill>
              </a:defRPr>
            </a:lvl9pPr>
          </a:lstStyle>
          <a:p xmlns:a="http://schemas.openxmlformats.org/drawingml/2006/main">
            <a:pPr>
              <a:defRPr sz="1725" b="0">
                <a:solidFill>
                  <a:srgbClr val="657187"/>
                </a:solidFill>
              </a:defRPr>
            </a:pPr>
            <a:r>
              <a:rPr sz="1725" b="0">
                <a:solidFill>
                  <a:srgbClr val="657187"/>
                </a:solidFill>
              </a:rPr>
              <a:t>Un compañero usa el prototipo; el equipo escucha y observa.</a:t>
            </a:r>
          </a:p>
        </p:txBody>
      </p:sp>
      <p:sp>
        <p:nvSpPr>
          <p:cNvPr id="7" name="">
            <a:extLst xmlns:a="http://schemas.openxmlformats.org/drawingml/2006/main">
              <a:ext uri="{FF2B5EF4-FFF2-40B4-BE49-F238E27FC236}">
                <a16:creationId xmlns:a16="http://schemas.microsoft.com/office/drawing/2014/main" id="{C62BC920-1D57-4C05-8348-DE71A369BC90}"/>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ADFE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48D18FB-3875-4A39-90C6-67B3DF8A3E45}"/>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657187"/>
                </a:solidFill>
              </a:defRPr>
            </a:defPPr>
            <a:lvl1pPr>
              <a:defRPr sz="900" b="0">
                <a:solidFill>
                  <a:srgbClr val="657187"/>
                </a:solidFill>
              </a:defRPr>
            </a:lvl1pPr>
            <a:lvl2pPr>
              <a:defRPr sz="900" b="0">
                <a:solidFill>
                  <a:srgbClr val="657187"/>
                </a:solidFill>
              </a:defRPr>
            </a:lvl2pPr>
            <a:lvl3pPr>
              <a:defRPr sz="900" b="0">
                <a:solidFill>
                  <a:srgbClr val="657187"/>
                </a:solidFill>
              </a:defRPr>
            </a:lvl3pPr>
            <a:lvl4pPr>
              <a:defRPr sz="900" b="0">
                <a:solidFill>
                  <a:srgbClr val="657187"/>
                </a:solidFill>
              </a:defRPr>
            </a:lvl4pPr>
            <a:lvl5pPr>
              <a:defRPr sz="900" b="0">
                <a:solidFill>
                  <a:srgbClr val="657187"/>
                </a:solidFill>
              </a:defRPr>
            </a:lvl5pPr>
            <a:lvl6pPr>
              <a:defRPr sz="900" b="0">
                <a:solidFill>
                  <a:srgbClr val="657187"/>
                </a:solidFill>
              </a:defRPr>
            </a:lvl6pPr>
            <a:lvl7pPr>
              <a:defRPr sz="900" b="0">
                <a:solidFill>
                  <a:srgbClr val="657187"/>
                </a:solidFill>
              </a:defRPr>
            </a:lvl7pPr>
            <a:lvl8pPr>
              <a:defRPr sz="900" b="0">
                <a:solidFill>
                  <a:srgbClr val="657187"/>
                </a:solidFill>
              </a:defRPr>
            </a:lvl8pPr>
            <a:lvl9pPr>
              <a:defRPr sz="900" b="0">
                <a:solidFill>
                  <a:srgbClr val="657187"/>
                </a:solidFill>
              </a:defRPr>
            </a:lvl9pPr>
          </a:lstStyle>
          <a:p xmlns:a="http://schemas.openxmlformats.org/drawingml/2006/main">
            <a:pPr>
              <a:defRPr sz="900" b="0">
                <a:solidFill>
                  <a:srgbClr val="657187"/>
                </a:solidFill>
              </a:defRPr>
            </a:pPr>
            <a:r>
              <a:rPr sz="900" b="0">
                <a:solidFill>
                  <a:srgbClr val="657187"/>
                </a:solidFill>
              </a:rPr>
              <a:t>Prototipo académico · Demostración sin cobros reales</a:t>
            </a:r>
          </a:p>
        </p:txBody>
      </p:sp>
      <p:sp>
        <p:nvSpPr>
          <p:cNvPr id="9" name="">
            <a:extLst xmlns:a="http://schemas.openxmlformats.org/drawingml/2006/main">
              <a:ext uri="{FF2B5EF4-FFF2-40B4-BE49-F238E27FC236}">
                <a16:creationId xmlns:a16="http://schemas.microsoft.com/office/drawing/2014/main" id="{1AFFA538-31CF-4104-B5C6-C3C20EA20395}"/>
              </a:ext>
            </a:extLst>
          </p:cNvPr>
          <p:cNvSpPr>
            <a:spLocks xmlns:a="http://schemas.openxmlformats.org/drawingml/2006/main" noGrp="1"/>
          </p:cNvSpPr>
          <p:nvPr/>
        </p:nvSpPr>
        <p:spPr>
          <a:xfrm xmlns:a="http://schemas.openxmlformats.org/drawingml/2006/main">
            <a:off x="609600" y="2790825"/>
            <a:ext cx="10810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625" b="1">
                <a:solidFill>
                  <a:srgbClr val="14264E"/>
                </a:solidFill>
              </a:defRPr>
            </a:defPPr>
            <a:lvl1pPr>
              <a:defRPr sz="2625" b="1">
                <a:solidFill>
                  <a:srgbClr val="14264E"/>
                </a:solidFill>
              </a:defRPr>
            </a:lvl1pPr>
            <a:lvl2pPr>
              <a:defRPr sz="2625" b="1">
                <a:solidFill>
                  <a:srgbClr val="14264E"/>
                </a:solidFill>
              </a:defRPr>
            </a:lvl2pPr>
            <a:lvl3pPr>
              <a:defRPr sz="2625" b="1">
                <a:solidFill>
                  <a:srgbClr val="14264E"/>
                </a:solidFill>
              </a:defRPr>
            </a:lvl3pPr>
            <a:lvl4pPr>
              <a:defRPr sz="2625" b="1">
                <a:solidFill>
                  <a:srgbClr val="14264E"/>
                </a:solidFill>
              </a:defRPr>
            </a:lvl4pPr>
            <a:lvl5pPr>
              <a:defRPr sz="2625" b="1">
                <a:solidFill>
                  <a:srgbClr val="14264E"/>
                </a:solidFill>
              </a:defRPr>
            </a:lvl5pPr>
            <a:lvl6pPr>
              <a:defRPr sz="2625" b="1">
                <a:solidFill>
                  <a:srgbClr val="14264E"/>
                </a:solidFill>
              </a:defRPr>
            </a:lvl6pPr>
            <a:lvl7pPr>
              <a:defRPr sz="2625" b="1">
                <a:solidFill>
                  <a:srgbClr val="14264E"/>
                </a:solidFill>
              </a:defRPr>
            </a:lvl7pPr>
            <a:lvl8pPr>
              <a:defRPr sz="2625" b="1">
                <a:solidFill>
                  <a:srgbClr val="14264E"/>
                </a:solidFill>
              </a:defRPr>
            </a:lvl8pPr>
            <a:lvl9pPr>
              <a:defRPr sz="2625" b="1">
                <a:solidFill>
                  <a:srgbClr val="14264E"/>
                </a:solidFill>
              </a:defRPr>
            </a:lvl9pPr>
          </a:lstStyle>
          <a:p xmlns:a="http://schemas.openxmlformats.org/drawingml/2006/main">
            <a:pPr>
              <a:defRPr sz="2625" b="1">
                <a:solidFill>
                  <a:srgbClr val="14264E"/>
                </a:solidFill>
              </a:defRPr>
            </a:pPr>
            <a:r>
              <a:rPr sz="2625" b="1">
                <a:solidFill>
                  <a:srgbClr val="14264E"/>
                </a:solidFill>
              </a:rPr>
              <a:t>“Revisa las obligaciones de este contribuyente ficticio, decide qué pagarías primero y completa la simulación. Cuéntanos lo que vas pensando”.</a:t>
            </a:r>
          </a:p>
        </p:txBody>
      </p:sp>
      <p:sp>
        <p:nvSpPr>
          <p:cNvPr id="10" name="">
            <a:extLst xmlns:a="http://schemas.openxmlformats.org/drawingml/2006/main">
              <a:ext uri="{FF2B5EF4-FFF2-40B4-BE49-F238E27FC236}">
                <a16:creationId xmlns:a16="http://schemas.microsoft.com/office/drawing/2014/main" id="{F3F2456F-2680-454C-BF88-F6EB8E20E172}"/>
              </a:ext>
            </a:extLst>
          </p:cNvPr>
          <p:cNvSpPr>
            <a:spLocks xmlns:a="http://schemas.openxmlformats.org/drawingml/2006/main" noGrp="1"/>
          </p:cNvSpPr>
          <p:nvPr/>
        </p:nvSpPr>
        <p:spPr>
          <a:xfrm xmlns:a="http://schemas.openxmlformats.org/drawingml/2006/main">
            <a:off x="609600" y="4524375"/>
            <a:ext cx="10972800" cy="9525"/>
          </a:xfrm>
          <a:prstGeom xmlns:a="http://schemas.openxmlformats.org/drawingml/2006/main" prst="rect">
            <a:avLst/>
          </a:prstGeom>
          <a:solidFill xmlns:a="http://schemas.openxmlformats.org/drawingml/2006/main">
            <a:srgbClr val="DADFE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C282DDD-BCB6-4D2B-AEDA-3BDB7BB61EEF}"/>
              </a:ext>
            </a:extLst>
          </p:cNvPr>
          <p:cNvSpPr>
            <a:spLocks xmlns:a="http://schemas.openxmlformats.org/drawingml/2006/main" noGrp="1"/>
          </p:cNvSpPr>
          <p:nvPr/>
        </p:nvSpPr>
        <p:spPr>
          <a:xfrm xmlns:a="http://schemas.openxmlformats.org/drawingml/2006/main">
            <a:off x="609600" y="47910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A17D2B"/>
                </a:solidFill>
              </a:defRPr>
            </a:defPPr>
            <a:lvl1pPr>
              <a:defRPr sz="1875" b="1">
                <a:solidFill>
                  <a:srgbClr val="A17D2B"/>
                </a:solidFill>
              </a:defRPr>
            </a:lvl1pPr>
            <a:lvl2pPr>
              <a:defRPr sz="1875" b="1">
                <a:solidFill>
                  <a:srgbClr val="A17D2B"/>
                </a:solidFill>
              </a:defRPr>
            </a:lvl2pPr>
            <a:lvl3pPr>
              <a:defRPr sz="1875" b="1">
                <a:solidFill>
                  <a:srgbClr val="A17D2B"/>
                </a:solidFill>
              </a:defRPr>
            </a:lvl3pPr>
            <a:lvl4pPr>
              <a:defRPr sz="1875" b="1">
                <a:solidFill>
                  <a:srgbClr val="A17D2B"/>
                </a:solidFill>
              </a:defRPr>
            </a:lvl4pPr>
            <a:lvl5pPr>
              <a:defRPr sz="1875" b="1">
                <a:solidFill>
                  <a:srgbClr val="A17D2B"/>
                </a:solidFill>
              </a:defRPr>
            </a:lvl5pPr>
            <a:lvl6pPr>
              <a:defRPr sz="1875" b="1">
                <a:solidFill>
                  <a:srgbClr val="A17D2B"/>
                </a:solidFill>
              </a:defRPr>
            </a:lvl6pPr>
            <a:lvl7pPr>
              <a:defRPr sz="1875" b="1">
                <a:solidFill>
                  <a:srgbClr val="A17D2B"/>
                </a:solidFill>
              </a:defRPr>
            </a:lvl7pPr>
            <a:lvl8pPr>
              <a:defRPr sz="1875" b="1">
                <a:solidFill>
                  <a:srgbClr val="A17D2B"/>
                </a:solidFill>
              </a:defRPr>
            </a:lvl8pPr>
            <a:lvl9pPr>
              <a:defRPr sz="1875" b="1">
                <a:solidFill>
                  <a:srgbClr val="A17D2B"/>
                </a:solidFill>
              </a:defRPr>
            </a:lvl9pPr>
          </a:lstStyle>
          <a:p xmlns:a="http://schemas.openxmlformats.org/drawingml/2006/main">
            <a:pPr>
              <a:defRPr sz="1875" b="1">
                <a:solidFill>
                  <a:srgbClr val="A17D2B"/>
                </a:solidFill>
              </a:defRPr>
            </a:pPr>
            <a:r>
              <a:rPr sz="1875" b="1">
                <a:solidFill>
                  <a:srgbClr val="A17D2B"/>
                </a:solidFill>
              </a:rPr>
              <a:t>Moderador</a:t>
            </a:r>
          </a:p>
        </p:txBody>
      </p:sp>
      <p:sp>
        <p:nvSpPr>
          <p:cNvPr id="12" name="">
            <a:extLst xmlns:a="http://schemas.openxmlformats.org/drawingml/2006/main">
              <a:ext uri="{FF2B5EF4-FFF2-40B4-BE49-F238E27FC236}">
                <a16:creationId xmlns:a16="http://schemas.microsoft.com/office/drawing/2014/main" id="{FAB63533-D30C-4CDA-80E5-905F154D7642}"/>
              </a:ext>
            </a:extLst>
          </p:cNvPr>
          <p:cNvSpPr>
            <a:spLocks xmlns:a="http://schemas.openxmlformats.org/drawingml/2006/main" noGrp="1"/>
          </p:cNvSpPr>
          <p:nvPr/>
        </p:nvSpPr>
        <p:spPr>
          <a:xfrm xmlns:a="http://schemas.openxmlformats.org/drawingml/2006/main">
            <a:off x="609600" y="5267325"/>
            <a:ext cx="323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0">
                <a:solidFill>
                  <a:srgbClr val="657187"/>
                </a:solidFill>
              </a:defRPr>
            </a:defPPr>
            <a:lvl1pPr>
              <a:defRPr sz="1650" b="0">
                <a:solidFill>
                  <a:srgbClr val="657187"/>
                </a:solidFill>
              </a:defRPr>
            </a:lvl1pPr>
            <a:lvl2pPr>
              <a:defRPr sz="1650" b="0">
                <a:solidFill>
                  <a:srgbClr val="657187"/>
                </a:solidFill>
              </a:defRPr>
            </a:lvl2pPr>
            <a:lvl3pPr>
              <a:defRPr sz="1650" b="0">
                <a:solidFill>
                  <a:srgbClr val="657187"/>
                </a:solidFill>
              </a:defRPr>
            </a:lvl3pPr>
            <a:lvl4pPr>
              <a:defRPr sz="1650" b="0">
                <a:solidFill>
                  <a:srgbClr val="657187"/>
                </a:solidFill>
              </a:defRPr>
            </a:lvl4pPr>
            <a:lvl5pPr>
              <a:defRPr sz="1650" b="0">
                <a:solidFill>
                  <a:srgbClr val="657187"/>
                </a:solidFill>
              </a:defRPr>
            </a:lvl5pPr>
            <a:lvl6pPr>
              <a:defRPr sz="1650" b="0">
                <a:solidFill>
                  <a:srgbClr val="657187"/>
                </a:solidFill>
              </a:defRPr>
            </a:lvl6pPr>
            <a:lvl7pPr>
              <a:defRPr sz="1650" b="0">
                <a:solidFill>
                  <a:srgbClr val="657187"/>
                </a:solidFill>
              </a:defRPr>
            </a:lvl7pPr>
            <a:lvl8pPr>
              <a:defRPr sz="1650" b="0">
                <a:solidFill>
                  <a:srgbClr val="657187"/>
                </a:solidFill>
              </a:defRPr>
            </a:lvl8pPr>
            <a:lvl9pPr>
              <a:defRPr sz="1650" b="0">
                <a:solidFill>
                  <a:srgbClr val="657187"/>
                </a:solidFill>
              </a:defRPr>
            </a:lvl9pPr>
          </a:lstStyle>
          <a:p xmlns:a="http://schemas.openxmlformats.org/drawingml/2006/main">
            <a:pPr>
              <a:defRPr sz="1650" b="0">
                <a:solidFill>
                  <a:srgbClr val="657187"/>
                </a:solidFill>
              </a:defRPr>
            </a:pPr>
            <a:r>
              <a:rPr sz="1650" b="0">
                <a:solidFill>
                  <a:srgbClr val="657187"/>
                </a:solidFill>
              </a:rPr>
              <a:t>Presenta la tarea.</a:t>
            </a:r>
          </a:p>
          <a:p xmlns:a="http://schemas.openxmlformats.org/drawingml/2006/main">
            <a:pPr>
              <a:defRPr sz="1650" b="0">
                <a:solidFill>
                  <a:srgbClr val="657187"/>
                </a:solidFill>
              </a:defRPr>
            </a:pPr>
            <a:r>
              <a:rPr sz="1650" b="0">
                <a:solidFill>
                  <a:srgbClr val="657187"/>
                </a:solidFill>
              </a:rPr>
              <a:t>No señala dónde hacer clic.</a:t>
            </a:r>
          </a:p>
        </p:txBody>
      </p:sp>
      <p:sp>
        <p:nvSpPr>
          <p:cNvPr id="13" name="">
            <a:extLst xmlns:a="http://schemas.openxmlformats.org/drawingml/2006/main">
              <a:ext uri="{FF2B5EF4-FFF2-40B4-BE49-F238E27FC236}">
                <a16:creationId xmlns:a16="http://schemas.microsoft.com/office/drawing/2014/main" id="{AC752855-14A9-4D11-A061-EE85CDE69E2F}"/>
              </a:ext>
            </a:extLst>
          </p:cNvPr>
          <p:cNvSpPr>
            <a:spLocks xmlns:a="http://schemas.openxmlformats.org/drawingml/2006/main" noGrp="1"/>
          </p:cNvSpPr>
          <p:nvPr/>
        </p:nvSpPr>
        <p:spPr>
          <a:xfrm xmlns:a="http://schemas.openxmlformats.org/drawingml/2006/main">
            <a:off x="4524375" y="47910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A17D2B"/>
                </a:solidFill>
              </a:defRPr>
            </a:defPPr>
            <a:lvl1pPr>
              <a:defRPr sz="1875" b="1">
                <a:solidFill>
                  <a:srgbClr val="A17D2B"/>
                </a:solidFill>
              </a:defRPr>
            </a:lvl1pPr>
            <a:lvl2pPr>
              <a:defRPr sz="1875" b="1">
                <a:solidFill>
                  <a:srgbClr val="A17D2B"/>
                </a:solidFill>
              </a:defRPr>
            </a:lvl2pPr>
            <a:lvl3pPr>
              <a:defRPr sz="1875" b="1">
                <a:solidFill>
                  <a:srgbClr val="A17D2B"/>
                </a:solidFill>
              </a:defRPr>
            </a:lvl3pPr>
            <a:lvl4pPr>
              <a:defRPr sz="1875" b="1">
                <a:solidFill>
                  <a:srgbClr val="A17D2B"/>
                </a:solidFill>
              </a:defRPr>
            </a:lvl4pPr>
            <a:lvl5pPr>
              <a:defRPr sz="1875" b="1">
                <a:solidFill>
                  <a:srgbClr val="A17D2B"/>
                </a:solidFill>
              </a:defRPr>
            </a:lvl5pPr>
            <a:lvl6pPr>
              <a:defRPr sz="1875" b="1">
                <a:solidFill>
                  <a:srgbClr val="A17D2B"/>
                </a:solidFill>
              </a:defRPr>
            </a:lvl6pPr>
            <a:lvl7pPr>
              <a:defRPr sz="1875" b="1">
                <a:solidFill>
                  <a:srgbClr val="A17D2B"/>
                </a:solidFill>
              </a:defRPr>
            </a:lvl7pPr>
            <a:lvl8pPr>
              <a:defRPr sz="1875" b="1">
                <a:solidFill>
                  <a:srgbClr val="A17D2B"/>
                </a:solidFill>
              </a:defRPr>
            </a:lvl8pPr>
            <a:lvl9pPr>
              <a:defRPr sz="1875" b="1">
                <a:solidFill>
                  <a:srgbClr val="A17D2B"/>
                </a:solidFill>
              </a:defRPr>
            </a:lvl9pPr>
          </a:lstStyle>
          <a:p xmlns:a="http://schemas.openxmlformats.org/drawingml/2006/main">
            <a:pPr>
              <a:defRPr sz="1875" b="1">
                <a:solidFill>
                  <a:srgbClr val="A17D2B"/>
                </a:solidFill>
              </a:defRPr>
            </a:pPr>
            <a:r>
              <a:rPr sz="1875" b="1">
                <a:solidFill>
                  <a:srgbClr val="A17D2B"/>
                </a:solidFill>
              </a:rPr>
              <a:t>Participante</a:t>
            </a:r>
          </a:p>
        </p:txBody>
      </p:sp>
      <p:sp>
        <p:nvSpPr>
          <p:cNvPr id="14" name="">
            <a:extLst xmlns:a="http://schemas.openxmlformats.org/drawingml/2006/main">
              <a:ext uri="{FF2B5EF4-FFF2-40B4-BE49-F238E27FC236}">
                <a16:creationId xmlns:a16="http://schemas.microsoft.com/office/drawing/2014/main" id="{EA6AF4B4-48EB-4FCD-9D78-DA2E4AE62671}"/>
              </a:ext>
            </a:extLst>
          </p:cNvPr>
          <p:cNvSpPr>
            <a:spLocks xmlns:a="http://schemas.openxmlformats.org/drawingml/2006/main" noGrp="1"/>
          </p:cNvSpPr>
          <p:nvPr/>
        </p:nvSpPr>
        <p:spPr>
          <a:xfrm xmlns:a="http://schemas.openxmlformats.org/drawingml/2006/main">
            <a:off x="4524375" y="5267325"/>
            <a:ext cx="323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0">
                <a:solidFill>
                  <a:srgbClr val="657187"/>
                </a:solidFill>
              </a:defRPr>
            </a:defPPr>
            <a:lvl1pPr>
              <a:defRPr sz="1650" b="0">
                <a:solidFill>
                  <a:srgbClr val="657187"/>
                </a:solidFill>
              </a:defRPr>
            </a:lvl1pPr>
            <a:lvl2pPr>
              <a:defRPr sz="1650" b="0">
                <a:solidFill>
                  <a:srgbClr val="657187"/>
                </a:solidFill>
              </a:defRPr>
            </a:lvl2pPr>
            <a:lvl3pPr>
              <a:defRPr sz="1650" b="0">
                <a:solidFill>
                  <a:srgbClr val="657187"/>
                </a:solidFill>
              </a:defRPr>
            </a:lvl3pPr>
            <a:lvl4pPr>
              <a:defRPr sz="1650" b="0">
                <a:solidFill>
                  <a:srgbClr val="657187"/>
                </a:solidFill>
              </a:defRPr>
            </a:lvl4pPr>
            <a:lvl5pPr>
              <a:defRPr sz="1650" b="0">
                <a:solidFill>
                  <a:srgbClr val="657187"/>
                </a:solidFill>
              </a:defRPr>
            </a:lvl5pPr>
            <a:lvl6pPr>
              <a:defRPr sz="1650" b="0">
                <a:solidFill>
                  <a:srgbClr val="657187"/>
                </a:solidFill>
              </a:defRPr>
            </a:lvl6pPr>
            <a:lvl7pPr>
              <a:defRPr sz="1650" b="0">
                <a:solidFill>
                  <a:srgbClr val="657187"/>
                </a:solidFill>
              </a:defRPr>
            </a:lvl7pPr>
            <a:lvl8pPr>
              <a:defRPr sz="1650" b="0">
                <a:solidFill>
                  <a:srgbClr val="657187"/>
                </a:solidFill>
              </a:defRPr>
            </a:lvl8pPr>
            <a:lvl9pPr>
              <a:defRPr sz="1650" b="0">
                <a:solidFill>
                  <a:srgbClr val="657187"/>
                </a:solidFill>
              </a:defRPr>
            </a:lvl9pPr>
          </a:lstStyle>
          <a:p xmlns:a="http://schemas.openxmlformats.org/drawingml/2006/main">
            <a:pPr>
              <a:defRPr sz="1650" b="0">
                <a:solidFill>
                  <a:srgbClr val="657187"/>
                </a:solidFill>
              </a:defRPr>
            </a:pPr>
            <a:r>
              <a:rPr sz="1650" b="0">
                <a:solidFill>
                  <a:srgbClr val="657187"/>
                </a:solidFill>
              </a:rPr>
              <a:t>Interactúa y explica</a:t>
            </a:r>
          </a:p>
          <a:p xmlns:a="http://schemas.openxmlformats.org/drawingml/2006/main">
            <a:pPr>
              <a:defRPr sz="1650" b="0">
                <a:solidFill>
                  <a:srgbClr val="657187"/>
                </a:solidFill>
              </a:defRPr>
            </a:pPr>
            <a:r>
              <a:rPr sz="1650" b="0">
                <a:solidFill>
                  <a:srgbClr val="657187"/>
                </a:solidFill>
              </a:rPr>
              <a:t>lo que va pensando.</a:t>
            </a:r>
          </a:p>
        </p:txBody>
      </p:sp>
      <p:sp>
        <p:nvSpPr>
          <p:cNvPr id="15" name="">
            <a:extLst xmlns:a="http://schemas.openxmlformats.org/drawingml/2006/main">
              <a:ext uri="{FF2B5EF4-FFF2-40B4-BE49-F238E27FC236}">
                <a16:creationId xmlns:a16="http://schemas.microsoft.com/office/drawing/2014/main" id="{36E86C3B-41A5-461F-A668-DF9B7D64E8F2}"/>
              </a:ext>
            </a:extLst>
          </p:cNvPr>
          <p:cNvSpPr>
            <a:spLocks xmlns:a="http://schemas.openxmlformats.org/drawingml/2006/main" noGrp="1"/>
          </p:cNvSpPr>
          <p:nvPr/>
        </p:nvSpPr>
        <p:spPr>
          <a:xfrm xmlns:a="http://schemas.openxmlformats.org/drawingml/2006/main">
            <a:off x="8334375" y="47910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A17D2B"/>
                </a:solidFill>
              </a:defRPr>
            </a:defPPr>
            <a:lvl1pPr>
              <a:defRPr sz="1875" b="1">
                <a:solidFill>
                  <a:srgbClr val="A17D2B"/>
                </a:solidFill>
              </a:defRPr>
            </a:lvl1pPr>
            <a:lvl2pPr>
              <a:defRPr sz="1875" b="1">
                <a:solidFill>
                  <a:srgbClr val="A17D2B"/>
                </a:solidFill>
              </a:defRPr>
            </a:lvl2pPr>
            <a:lvl3pPr>
              <a:defRPr sz="1875" b="1">
                <a:solidFill>
                  <a:srgbClr val="A17D2B"/>
                </a:solidFill>
              </a:defRPr>
            </a:lvl3pPr>
            <a:lvl4pPr>
              <a:defRPr sz="1875" b="1">
                <a:solidFill>
                  <a:srgbClr val="A17D2B"/>
                </a:solidFill>
              </a:defRPr>
            </a:lvl4pPr>
            <a:lvl5pPr>
              <a:defRPr sz="1875" b="1">
                <a:solidFill>
                  <a:srgbClr val="A17D2B"/>
                </a:solidFill>
              </a:defRPr>
            </a:lvl5pPr>
            <a:lvl6pPr>
              <a:defRPr sz="1875" b="1">
                <a:solidFill>
                  <a:srgbClr val="A17D2B"/>
                </a:solidFill>
              </a:defRPr>
            </a:lvl6pPr>
            <a:lvl7pPr>
              <a:defRPr sz="1875" b="1">
                <a:solidFill>
                  <a:srgbClr val="A17D2B"/>
                </a:solidFill>
              </a:defRPr>
            </a:lvl7pPr>
            <a:lvl8pPr>
              <a:defRPr sz="1875" b="1">
                <a:solidFill>
                  <a:srgbClr val="A17D2B"/>
                </a:solidFill>
              </a:defRPr>
            </a:lvl8pPr>
            <a:lvl9pPr>
              <a:defRPr sz="1875" b="1">
                <a:solidFill>
                  <a:srgbClr val="A17D2B"/>
                </a:solidFill>
              </a:defRPr>
            </a:lvl9pPr>
          </a:lstStyle>
          <a:p xmlns:a="http://schemas.openxmlformats.org/drawingml/2006/main">
            <a:pPr>
              <a:defRPr sz="1875" b="1">
                <a:solidFill>
                  <a:srgbClr val="A17D2B"/>
                </a:solidFill>
              </a:defRPr>
            </a:pPr>
            <a:r>
              <a:rPr sz="1875" b="1">
                <a:solidFill>
                  <a:srgbClr val="A17D2B"/>
                </a:solidFill>
              </a:rPr>
              <a:t>Observador</a:t>
            </a:r>
          </a:p>
        </p:txBody>
      </p:sp>
      <p:sp>
        <p:nvSpPr>
          <p:cNvPr id="16" name="">
            <a:extLst xmlns:a="http://schemas.openxmlformats.org/drawingml/2006/main">
              <a:ext uri="{FF2B5EF4-FFF2-40B4-BE49-F238E27FC236}">
                <a16:creationId xmlns:a16="http://schemas.microsoft.com/office/drawing/2014/main" id="{90F63A05-BC30-401F-AB3F-2887D540950D}"/>
              </a:ext>
            </a:extLst>
          </p:cNvPr>
          <p:cNvSpPr>
            <a:spLocks xmlns:a="http://schemas.openxmlformats.org/drawingml/2006/main" noGrp="1"/>
          </p:cNvSpPr>
          <p:nvPr/>
        </p:nvSpPr>
        <p:spPr>
          <a:xfrm xmlns:a="http://schemas.openxmlformats.org/drawingml/2006/main">
            <a:off x="8334375" y="5267325"/>
            <a:ext cx="323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0">
                <a:solidFill>
                  <a:srgbClr val="657187"/>
                </a:solidFill>
              </a:defRPr>
            </a:defPPr>
            <a:lvl1pPr>
              <a:defRPr sz="1650" b="0">
                <a:solidFill>
                  <a:srgbClr val="657187"/>
                </a:solidFill>
              </a:defRPr>
            </a:lvl1pPr>
            <a:lvl2pPr>
              <a:defRPr sz="1650" b="0">
                <a:solidFill>
                  <a:srgbClr val="657187"/>
                </a:solidFill>
              </a:defRPr>
            </a:lvl2pPr>
            <a:lvl3pPr>
              <a:defRPr sz="1650" b="0">
                <a:solidFill>
                  <a:srgbClr val="657187"/>
                </a:solidFill>
              </a:defRPr>
            </a:lvl3pPr>
            <a:lvl4pPr>
              <a:defRPr sz="1650" b="0">
                <a:solidFill>
                  <a:srgbClr val="657187"/>
                </a:solidFill>
              </a:defRPr>
            </a:lvl4pPr>
            <a:lvl5pPr>
              <a:defRPr sz="1650" b="0">
                <a:solidFill>
                  <a:srgbClr val="657187"/>
                </a:solidFill>
              </a:defRPr>
            </a:lvl5pPr>
            <a:lvl6pPr>
              <a:defRPr sz="1650" b="0">
                <a:solidFill>
                  <a:srgbClr val="657187"/>
                </a:solidFill>
              </a:defRPr>
            </a:lvl6pPr>
            <a:lvl7pPr>
              <a:defRPr sz="1650" b="0">
                <a:solidFill>
                  <a:srgbClr val="657187"/>
                </a:solidFill>
              </a:defRPr>
            </a:lvl7pPr>
            <a:lvl8pPr>
              <a:defRPr sz="1650" b="0">
                <a:solidFill>
                  <a:srgbClr val="657187"/>
                </a:solidFill>
              </a:defRPr>
            </a:lvl8pPr>
            <a:lvl9pPr>
              <a:defRPr sz="1650" b="0">
                <a:solidFill>
                  <a:srgbClr val="657187"/>
                </a:solidFill>
              </a:defRPr>
            </a:lvl9pPr>
          </a:lstStyle>
          <a:p xmlns:a="http://schemas.openxmlformats.org/drawingml/2006/main">
            <a:pPr>
              <a:defRPr sz="1650" b="0">
                <a:solidFill>
                  <a:srgbClr val="657187"/>
                </a:solidFill>
              </a:defRPr>
            </a:pPr>
            <a:r>
              <a:rPr sz="1650" b="0">
                <a:solidFill>
                  <a:srgbClr val="657187"/>
                </a:solidFill>
              </a:rPr>
              <a:t>Registra acciones, frases,</a:t>
            </a:r>
          </a:p>
          <a:p xmlns:a="http://schemas.openxmlformats.org/drawingml/2006/main">
            <a:pPr>
              <a:defRPr sz="1650" b="0">
                <a:solidFill>
                  <a:srgbClr val="657187"/>
                </a:solidFill>
              </a:defRPr>
            </a:pPr>
            <a:r>
              <a:rPr sz="1650" b="0">
                <a:solidFill>
                  <a:srgbClr val="657187"/>
                </a:solidFill>
              </a:rPr>
              <a:t>dudas y ayudas.</a:t>
            </a:r>
          </a:p>
        </p:txBody>
      </p:sp>
    </p:spTree>
    <p:extLst>
      <p:ext uri="{BB962C8B-B14F-4D97-AF65-F5344CB8AC3E}">
        <p14:creationId xmlns:p14="http://schemas.microsoft.com/office/powerpoint/2010/main" val="978067391"/>
      </p:ext>
    </p:extLst>
  </p:cSld>
</p:sld>
</file>

<file path=ppt/slides/slide1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573A55E-FD95-4663-A80C-96DE9DB0CF1E}"/>
              </a:ext>
            </a:extLst>
          </p:cNvPr>
          <p:cNvSpPr>
            <a:spLocks xmlns:a="http://schemas.openxmlformats.org/drawingml/2006/main" noGrp="1"/>
          </p:cNvSpPr>
          <p:nvPr/>
        </p:nvSpPr>
        <p:spPr>
          <a:xfrm xmlns:a="http://schemas.openxmlformats.org/drawingml/2006/main">
            <a:off x="609600" y="533400"/>
            <a:ext cx="419100" cy="38100"/>
          </a:xfrm>
          <a:prstGeom xmlns:a="http://schemas.openxmlformats.org/drawingml/2006/main" prst="rect">
            <a:avLst/>
          </a:prstGeom>
          <a:solidFill xmlns:a="http://schemas.openxmlformats.org/drawingml/2006/main">
            <a:srgbClr val="A17D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018C567-54CE-4FC5-A6E9-27011CF61AF0}"/>
              </a:ext>
            </a:extLst>
          </p:cNvPr>
          <p:cNvSpPr>
            <a:spLocks xmlns:a="http://schemas.openxmlformats.org/drawingml/2006/main" noGrp="1"/>
          </p:cNvSpPr>
          <p:nvPr/>
        </p:nvSpPr>
        <p:spPr>
          <a:xfrm xmlns:a="http://schemas.openxmlformats.org/drawingml/2006/main">
            <a:off x="1181100" y="3810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1">
                <a:solidFill>
                  <a:srgbClr val="A17D2B"/>
                </a:solidFill>
              </a:defRPr>
            </a:defPPr>
            <a:lvl1pPr>
              <a:defRPr sz="975" b="1">
                <a:solidFill>
                  <a:srgbClr val="A17D2B"/>
                </a:solidFill>
              </a:defRPr>
            </a:lvl1pPr>
            <a:lvl2pPr>
              <a:defRPr sz="975" b="1">
                <a:solidFill>
                  <a:srgbClr val="A17D2B"/>
                </a:solidFill>
              </a:defRPr>
            </a:lvl2pPr>
            <a:lvl3pPr>
              <a:defRPr sz="975" b="1">
                <a:solidFill>
                  <a:srgbClr val="A17D2B"/>
                </a:solidFill>
              </a:defRPr>
            </a:lvl3pPr>
            <a:lvl4pPr>
              <a:defRPr sz="975" b="1">
                <a:solidFill>
                  <a:srgbClr val="A17D2B"/>
                </a:solidFill>
              </a:defRPr>
            </a:lvl4pPr>
            <a:lvl5pPr>
              <a:defRPr sz="975" b="1">
                <a:solidFill>
                  <a:srgbClr val="A17D2B"/>
                </a:solidFill>
              </a:defRPr>
            </a:lvl5pPr>
            <a:lvl6pPr>
              <a:defRPr sz="975" b="1">
                <a:solidFill>
                  <a:srgbClr val="A17D2B"/>
                </a:solidFill>
              </a:defRPr>
            </a:lvl6pPr>
            <a:lvl7pPr>
              <a:defRPr sz="975" b="1">
                <a:solidFill>
                  <a:srgbClr val="A17D2B"/>
                </a:solidFill>
              </a:defRPr>
            </a:lvl7pPr>
            <a:lvl8pPr>
              <a:defRPr sz="975" b="1">
                <a:solidFill>
                  <a:srgbClr val="A17D2B"/>
                </a:solidFill>
              </a:defRPr>
            </a:lvl8pPr>
            <a:lvl9pPr>
              <a:defRPr sz="975" b="1">
                <a:solidFill>
                  <a:srgbClr val="A17D2B"/>
                </a:solidFill>
              </a:defRPr>
            </a:lvl9pPr>
          </a:lstStyle>
          <a:p xmlns:a="http://schemas.openxmlformats.org/drawingml/2006/main">
            <a:pPr>
              <a:defRPr sz="975" b="1">
                <a:solidFill>
                  <a:srgbClr val="A17D2B"/>
                </a:solidFill>
              </a:defRPr>
            </a:pPr>
            <a:r>
              <a:rPr sz="975" b="1">
                <a:solidFill>
                  <a:srgbClr val="A17D2B"/>
                </a:solidFill>
              </a:rPr>
              <a:t>TRIBUTAFÁCIL / GRUPO 4</a:t>
            </a:r>
          </a:p>
        </p:txBody>
      </p:sp>
      <p:sp>
        <p:nvSpPr>
          <p:cNvPr id="4" name="">
            <a:extLst xmlns:a="http://schemas.openxmlformats.org/drawingml/2006/main">
              <a:ext uri="{FF2B5EF4-FFF2-40B4-BE49-F238E27FC236}">
                <a16:creationId xmlns:a16="http://schemas.microsoft.com/office/drawing/2014/main" id="{BB911380-41DA-46AA-8979-F0630B0359B4}"/>
              </a:ext>
            </a:extLst>
          </p:cNvPr>
          <p:cNvSpPr>
            <a:spLocks xmlns:a="http://schemas.openxmlformats.org/drawingml/2006/main" noGrp="1"/>
          </p:cNvSpPr>
          <p:nvPr/>
        </p:nvSpPr>
        <p:spPr>
          <a:xfrm xmlns:a="http://schemas.openxmlformats.org/drawingml/2006/main">
            <a:off x="11049000" y="38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657187"/>
                </a:solidFill>
              </a:defRPr>
            </a:defPPr>
            <a:lvl1pPr>
              <a:defRPr sz="1050" b="0">
                <a:solidFill>
                  <a:srgbClr val="657187"/>
                </a:solidFill>
              </a:defRPr>
            </a:lvl1pPr>
            <a:lvl2pPr>
              <a:defRPr sz="1050" b="0">
                <a:solidFill>
                  <a:srgbClr val="657187"/>
                </a:solidFill>
              </a:defRPr>
            </a:lvl2pPr>
            <a:lvl3pPr>
              <a:defRPr sz="1050" b="0">
                <a:solidFill>
                  <a:srgbClr val="657187"/>
                </a:solidFill>
              </a:defRPr>
            </a:lvl3pPr>
            <a:lvl4pPr>
              <a:defRPr sz="1050" b="0">
                <a:solidFill>
                  <a:srgbClr val="657187"/>
                </a:solidFill>
              </a:defRPr>
            </a:lvl4pPr>
            <a:lvl5pPr>
              <a:defRPr sz="1050" b="0">
                <a:solidFill>
                  <a:srgbClr val="657187"/>
                </a:solidFill>
              </a:defRPr>
            </a:lvl5pPr>
            <a:lvl6pPr>
              <a:defRPr sz="1050" b="0">
                <a:solidFill>
                  <a:srgbClr val="657187"/>
                </a:solidFill>
              </a:defRPr>
            </a:lvl6pPr>
            <a:lvl7pPr>
              <a:defRPr sz="1050" b="0">
                <a:solidFill>
                  <a:srgbClr val="657187"/>
                </a:solidFill>
              </a:defRPr>
            </a:lvl7pPr>
            <a:lvl8pPr>
              <a:defRPr sz="1050" b="0">
                <a:solidFill>
                  <a:srgbClr val="657187"/>
                </a:solidFill>
              </a:defRPr>
            </a:lvl8pPr>
            <a:lvl9pPr>
              <a:defRPr sz="1050" b="0">
                <a:solidFill>
                  <a:srgbClr val="657187"/>
                </a:solidFill>
              </a:defRPr>
            </a:lvl9pPr>
          </a:lstStyle>
          <a:p xmlns:a="http://schemas.openxmlformats.org/drawingml/2006/main">
            <a:pPr>
              <a:defRPr sz="1050" b="0">
                <a:solidFill>
                  <a:srgbClr val="657187"/>
                </a:solidFill>
              </a:defRPr>
            </a:pPr>
            <a:r>
              <a:rPr sz="1050" b="0">
                <a:solidFill>
                  <a:srgbClr val="657187"/>
                </a:solidFill>
              </a:rPr>
              <a:t>13</a:t>
            </a:r>
          </a:p>
        </p:txBody>
      </p:sp>
      <p:sp>
        <p:nvSpPr>
          <p:cNvPr id="5" name="">
            <a:extLst xmlns:a="http://schemas.openxmlformats.org/drawingml/2006/main">
              <a:ext uri="{FF2B5EF4-FFF2-40B4-BE49-F238E27FC236}">
                <a16:creationId xmlns:a16="http://schemas.microsoft.com/office/drawing/2014/main" id="{57F389D8-AA81-4721-9B62-7461567CD1BA}"/>
              </a:ext>
            </a:extLst>
          </p:cNvPr>
          <p:cNvSpPr>
            <a:spLocks xmlns:a="http://schemas.openxmlformats.org/drawingml/2006/main" noGrp="1"/>
          </p:cNvSpPr>
          <p:nvPr/>
        </p:nvSpPr>
        <p:spPr>
          <a:xfrm xmlns:a="http://schemas.openxmlformats.org/drawingml/2006/main">
            <a:off x="609600" y="1028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4264E"/>
                </a:solidFill>
              </a:defRPr>
            </a:defPPr>
            <a:lvl1pPr>
              <a:defRPr sz="3300" b="1">
                <a:solidFill>
                  <a:srgbClr val="14264E"/>
                </a:solidFill>
              </a:defRPr>
            </a:lvl1pPr>
            <a:lvl2pPr>
              <a:defRPr sz="3300" b="1">
                <a:solidFill>
                  <a:srgbClr val="14264E"/>
                </a:solidFill>
              </a:defRPr>
            </a:lvl2pPr>
            <a:lvl3pPr>
              <a:defRPr sz="3300" b="1">
                <a:solidFill>
                  <a:srgbClr val="14264E"/>
                </a:solidFill>
              </a:defRPr>
            </a:lvl3pPr>
            <a:lvl4pPr>
              <a:defRPr sz="3300" b="1">
                <a:solidFill>
                  <a:srgbClr val="14264E"/>
                </a:solidFill>
              </a:defRPr>
            </a:lvl4pPr>
            <a:lvl5pPr>
              <a:defRPr sz="3300" b="1">
                <a:solidFill>
                  <a:srgbClr val="14264E"/>
                </a:solidFill>
              </a:defRPr>
            </a:lvl5pPr>
            <a:lvl6pPr>
              <a:defRPr sz="3300" b="1">
                <a:solidFill>
                  <a:srgbClr val="14264E"/>
                </a:solidFill>
              </a:defRPr>
            </a:lvl6pPr>
            <a:lvl7pPr>
              <a:defRPr sz="3300" b="1">
                <a:solidFill>
                  <a:srgbClr val="14264E"/>
                </a:solidFill>
              </a:defRPr>
            </a:lvl7pPr>
            <a:lvl8pPr>
              <a:defRPr sz="3300" b="1">
                <a:solidFill>
                  <a:srgbClr val="14264E"/>
                </a:solidFill>
              </a:defRPr>
            </a:lvl8pPr>
            <a:lvl9pPr>
              <a:defRPr sz="3300" b="1">
                <a:solidFill>
                  <a:srgbClr val="14264E"/>
                </a:solidFill>
              </a:defRPr>
            </a:lvl9pPr>
          </a:lstStyle>
          <a:p xmlns:a="http://schemas.openxmlformats.org/drawingml/2006/main">
            <a:pPr>
              <a:defRPr sz="3300" b="1">
                <a:solidFill>
                  <a:srgbClr val="14264E"/>
                </a:solidFill>
              </a:defRPr>
            </a:pPr>
            <a:r>
              <a:rPr sz="3300" b="1">
                <a:solidFill>
                  <a:srgbClr val="14264E"/>
                </a:solidFill>
              </a:rPr>
              <a:t>Evidencia de la prueba en clase</a:t>
            </a:r>
          </a:p>
        </p:txBody>
      </p:sp>
      <p:sp>
        <p:nvSpPr>
          <p:cNvPr id="6" name="">
            <a:extLst xmlns:a="http://schemas.openxmlformats.org/drawingml/2006/main">
              <a:ext uri="{FF2B5EF4-FFF2-40B4-BE49-F238E27FC236}">
                <a16:creationId xmlns:a16="http://schemas.microsoft.com/office/drawing/2014/main" id="{0052F336-9A78-4840-8A04-4E45FFEC5C52}"/>
              </a:ext>
            </a:extLst>
          </p:cNvPr>
          <p:cNvSpPr>
            <a:spLocks xmlns:a="http://schemas.openxmlformats.org/drawingml/2006/main" noGrp="1"/>
          </p:cNvSpPr>
          <p:nvPr/>
        </p:nvSpPr>
        <p:spPr>
          <a:xfrm xmlns:a="http://schemas.openxmlformats.org/drawingml/2006/main">
            <a:off x="609600" y="19240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657187"/>
                </a:solidFill>
              </a:defRPr>
            </a:defPPr>
            <a:lvl1pPr>
              <a:defRPr sz="1725" b="0">
                <a:solidFill>
                  <a:srgbClr val="657187"/>
                </a:solidFill>
              </a:defRPr>
            </a:lvl1pPr>
            <a:lvl2pPr>
              <a:defRPr sz="1725" b="0">
                <a:solidFill>
                  <a:srgbClr val="657187"/>
                </a:solidFill>
              </a:defRPr>
            </a:lvl2pPr>
            <a:lvl3pPr>
              <a:defRPr sz="1725" b="0">
                <a:solidFill>
                  <a:srgbClr val="657187"/>
                </a:solidFill>
              </a:defRPr>
            </a:lvl3pPr>
            <a:lvl4pPr>
              <a:defRPr sz="1725" b="0">
                <a:solidFill>
                  <a:srgbClr val="657187"/>
                </a:solidFill>
              </a:defRPr>
            </a:lvl4pPr>
            <a:lvl5pPr>
              <a:defRPr sz="1725" b="0">
                <a:solidFill>
                  <a:srgbClr val="657187"/>
                </a:solidFill>
              </a:defRPr>
            </a:lvl5pPr>
            <a:lvl6pPr>
              <a:defRPr sz="1725" b="0">
                <a:solidFill>
                  <a:srgbClr val="657187"/>
                </a:solidFill>
              </a:defRPr>
            </a:lvl6pPr>
            <a:lvl7pPr>
              <a:defRPr sz="1725" b="0">
                <a:solidFill>
                  <a:srgbClr val="657187"/>
                </a:solidFill>
              </a:defRPr>
            </a:lvl7pPr>
            <a:lvl8pPr>
              <a:defRPr sz="1725" b="0">
                <a:solidFill>
                  <a:srgbClr val="657187"/>
                </a:solidFill>
              </a:defRPr>
            </a:lvl8pPr>
            <a:lvl9pPr>
              <a:defRPr sz="1725" b="0">
                <a:solidFill>
                  <a:srgbClr val="657187"/>
                </a:solidFill>
              </a:defRPr>
            </a:lvl9pPr>
          </a:lstStyle>
          <a:p xmlns:a="http://schemas.openxmlformats.org/drawingml/2006/main">
            <a:pPr>
              <a:defRPr sz="1725" b="0">
                <a:solidFill>
                  <a:srgbClr val="657187"/>
                </a:solidFill>
              </a:defRPr>
            </a:pPr>
            <a:r>
              <a:rPr sz="1725" b="0">
                <a:solidFill>
                  <a:srgbClr val="657187"/>
                </a:solidFill>
              </a:rPr>
              <a:t>Completar durante la interacción. Todavía no hay resultados de usuarios.</a:t>
            </a:r>
          </a:p>
        </p:txBody>
      </p:sp>
      <p:sp>
        <p:nvSpPr>
          <p:cNvPr id="7" name="">
            <a:extLst xmlns:a="http://schemas.openxmlformats.org/drawingml/2006/main">
              <a:ext uri="{FF2B5EF4-FFF2-40B4-BE49-F238E27FC236}">
                <a16:creationId xmlns:a16="http://schemas.microsoft.com/office/drawing/2014/main" id="{3CA2408C-DA61-419B-A103-5BB2F92AAB68}"/>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ADFE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6E699B3-5725-42B2-ACFF-5144512EFC98}"/>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657187"/>
                </a:solidFill>
              </a:defRPr>
            </a:defPPr>
            <a:lvl1pPr>
              <a:defRPr sz="900" b="0">
                <a:solidFill>
                  <a:srgbClr val="657187"/>
                </a:solidFill>
              </a:defRPr>
            </a:lvl1pPr>
            <a:lvl2pPr>
              <a:defRPr sz="900" b="0">
                <a:solidFill>
                  <a:srgbClr val="657187"/>
                </a:solidFill>
              </a:defRPr>
            </a:lvl2pPr>
            <a:lvl3pPr>
              <a:defRPr sz="900" b="0">
                <a:solidFill>
                  <a:srgbClr val="657187"/>
                </a:solidFill>
              </a:defRPr>
            </a:lvl3pPr>
            <a:lvl4pPr>
              <a:defRPr sz="900" b="0">
                <a:solidFill>
                  <a:srgbClr val="657187"/>
                </a:solidFill>
              </a:defRPr>
            </a:lvl4pPr>
            <a:lvl5pPr>
              <a:defRPr sz="900" b="0">
                <a:solidFill>
                  <a:srgbClr val="657187"/>
                </a:solidFill>
              </a:defRPr>
            </a:lvl5pPr>
            <a:lvl6pPr>
              <a:defRPr sz="900" b="0">
                <a:solidFill>
                  <a:srgbClr val="657187"/>
                </a:solidFill>
              </a:defRPr>
            </a:lvl6pPr>
            <a:lvl7pPr>
              <a:defRPr sz="900" b="0">
                <a:solidFill>
                  <a:srgbClr val="657187"/>
                </a:solidFill>
              </a:defRPr>
            </a:lvl7pPr>
            <a:lvl8pPr>
              <a:defRPr sz="900" b="0">
                <a:solidFill>
                  <a:srgbClr val="657187"/>
                </a:solidFill>
              </a:defRPr>
            </a:lvl8pPr>
            <a:lvl9pPr>
              <a:defRPr sz="900" b="0">
                <a:solidFill>
                  <a:srgbClr val="657187"/>
                </a:solidFill>
              </a:defRPr>
            </a:lvl9pPr>
          </a:lstStyle>
          <a:p xmlns:a="http://schemas.openxmlformats.org/drawingml/2006/main">
            <a:pPr>
              <a:defRPr sz="900" b="0">
                <a:solidFill>
                  <a:srgbClr val="657187"/>
                </a:solidFill>
              </a:defRPr>
            </a:pPr>
            <a:r>
              <a:rPr sz="900" b="0">
                <a:solidFill>
                  <a:srgbClr val="657187"/>
                </a:solidFill>
              </a:rPr>
              <a:t>Prototipo académico · Demostración sin cobros reales</a:t>
            </a:r>
          </a:p>
        </p:txBody>
      </p:sp>
      <p:graphicFrame>
        <p:nvGraphicFramePr>
          <p:cNvPr id="9" name="">
            <a:extLst xmlns:a="http://schemas.openxmlformats.org/drawingml/2006/main">
              <a:ext uri="{FF2B5EF4-FFF2-40B4-BE49-F238E27FC236}">
                <a16:creationId xmlns:a16="http://schemas.microsoft.com/office/drawing/2014/main" id="{21623508-5B59-42DF-9BB1-FFC4587C755E}"/>
              </a:ext>
            </a:extLst>
          </p:cNvPr>
          <p:cNvGraphicFramePr/>
          <p:nvPr/>
        </p:nvGraphicFramePr>
        <p:xfrm>
          <a:off xmlns:a="http://schemas.openxmlformats.org/drawingml/2006/main" x="609600" y="2714625"/>
          <a:ext xmlns:a="http://schemas.openxmlformats.org/drawingml/2006/main" cx="10972800" cy="2571750"/>
        </p:xfrm>
        <a:graphic xmlns:a="http://schemas.openxmlformats.org/drawingml/2006/main">
          <a:graphicData uri="http://schemas.openxmlformats.org/drawingml/2006/table">
            <a:tbl>
              <a:tblPr/>
              <a:tblGrid>
                <a:gridCol w="2857500"/>
                <a:gridCol w="3429000"/>
                <a:gridCol w="2476500"/>
                <a:gridCol w="2209800"/>
              </a:tblGrid>
              <a:tr h="457200">
                <a:tc>
                  <a:txBody>
                    <a:bodyPr/>
                    <a:lstStyle/>
                    <a:p>
                      <a:r>
                        <a:rPr sz="1350" b="1">
                          <a:solidFill>
                            <a:srgbClr val="FFFFFF"/>
                          </a:solidFill>
                        </a:rPr>
                        <a:t>Participante / acción</a:t>
                      </a:r>
                    </a:p>
                  </a:txBody>
                  <a:tcPr marL="91440" marR="91440" marT="45720" marB="45720">
                    <a:lnL w="9525">
                      <a:solidFill>
                        <a:srgbClr val="DADFE6"/>
                      </a:solidFill>
                      <a:prstDash val="solid"/>
                    </a:lnL>
                    <a:lnR w="9525">
                      <a:solidFill>
                        <a:srgbClr val="DADFE6"/>
                      </a:solidFill>
                      <a:prstDash val="solid"/>
                    </a:lnR>
                    <a:lnT w="9525">
                      <a:solidFill>
                        <a:srgbClr val="DADFE6"/>
                      </a:solidFill>
                      <a:prstDash val="solid"/>
                    </a:lnT>
                    <a:lnB w="9525">
                      <a:solidFill>
                        <a:srgbClr val="DADFE6"/>
                      </a:solidFill>
                      <a:prstDash val="solid"/>
                    </a:lnB>
                    <a:solidFill>
                      <a:srgbClr val="14264E"/>
                    </a:solidFill>
                  </a:tcPr>
                </a:tc>
                <a:tc>
                  <a:txBody>
                    <a:bodyPr/>
                    <a:lstStyle/>
                    <a:p>
                      <a:r>
                        <a:rPr sz="1350" b="1">
                          <a:solidFill>
                            <a:srgbClr val="FFFFFF"/>
                          </a:solidFill>
                        </a:rPr>
                        <a:t>Qué hizo o dijo</a:t>
                      </a:r>
                    </a:p>
                  </a:txBody>
                  <a:tcPr marL="91440" marR="91440" marT="45720" marB="45720">
                    <a:lnR w="9525">
                      <a:solidFill>
                        <a:srgbClr val="DADFE6"/>
                      </a:solidFill>
                      <a:prstDash val="solid"/>
                    </a:lnR>
                    <a:lnT w="9525">
                      <a:solidFill>
                        <a:srgbClr val="DADFE6"/>
                      </a:solidFill>
                      <a:prstDash val="solid"/>
                    </a:lnT>
                    <a:lnB w="9525">
                      <a:solidFill>
                        <a:srgbClr val="DADFE6"/>
                      </a:solidFill>
                      <a:prstDash val="solid"/>
                    </a:lnB>
                    <a:solidFill>
                      <a:srgbClr val="14264E"/>
                    </a:solidFill>
                  </a:tcPr>
                </a:tc>
                <a:tc>
                  <a:txBody>
                    <a:bodyPr/>
                    <a:lstStyle/>
                    <a:p>
                      <a:r>
                        <a:rPr sz="1350" b="1">
                          <a:solidFill>
                            <a:srgbClr val="FFFFFF"/>
                          </a:solidFill>
                        </a:rPr>
                        <a:t>Ayuda / duda</a:t>
                      </a:r>
                    </a:p>
                  </a:txBody>
                  <a:tcPr marL="91440" marR="91440" marT="45720" marB="45720">
                    <a:lnR w="9525">
                      <a:solidFill>
                        <a:srgbClr val="DADFE6"/>
                      </a:solidFill>
                      <a:prstDash val="solid"/>
                    </a:lnR>
                    <a:lnT w="9525">
                      <a:solidFill>
                        <a:srgbClr val="DADFE6"/>
                      </a:solidFill>
                      <a:prstDash val="solid"/>
                    </a:lnT>
                    <a:lnB w="9525">
                      <a:solidFill>
                        <a:srgbClr val="DADFE6"/>
                      </a:solidFill>
                      <a:prstDash val="solid"/>
                    </a:lnB>
                    <a:solidFill>
                      <a:srgbClr val="14264E"/>
                    </a:solidFill>
                  </a:tcPr>
                </a:tc>
                <a:tc>
                  <a:txBody>
                    <a:bodyPr/>
                    <a:lstStyle/>
                    <a:p>
                      <a:r>
                        <a:rPr sz="1350" b="1">
                          <a:solidFill>
                            <a:srgbClr val="FFFFFF"/>
                          </a:solidFill>
                        </a:rPr>
                        <a:t>Resultado</a:t>
                      </a:r>
                    </a:p>
                  </a:txBody>
                  <a:tcPr marL="91440" marR="91440" marT="45720" marB="45720">
                    <a:lnR w="9525">
                      <a:solidFill>
                        <a:srgbClr val="DADFE6"/>
                      </a:solidFill>
                      <a:prstDash val="solid"/>
                    </a:lnR>
                    <a:lnT w="9525">
                      <a:solidFill>
                        <a:srgbClr val="DADFE6"/>
                      </a:solidFill>
                      <a:prstDash val="solid"/>
                    </a:lnT>
                    <a:lnB w="9525">
                      <a:solidFill>
                        <a:srgbClr val="DADFE6"/>
                      </a:solidFill>
                      <a:prstDash val="solid"/>
                    </a:lnB>
                    <a:solidFill>
                      <a:srgbClr val="14264E"/>
                    </a:solidFill>
                  </a:tcPr>
                </a:tc>
              </a:tr>
              <a:tr h="704850">
                <a:tc>
                  <a:txBody>
                    <a:bodyPr/>
                    <a:lstStyle/>
                    <a:p>
                      <a:r>
                        <a:rPr sz="1500" b="0">
                          <a:solidFill>
                            <a:srgbClr val="233451"/>
                          </a:solidFill>
                        </a:rPr>
                        <a:t>P1 · Identifica deuda</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FFFFF"/>
                    </a:solidFill>
                  </a:tcPr>
                </a:tc>
                <a:tc>
                  <a:txBody>
                    <a:bodyPr/>
                    <a:lstStyle/>
                    <a:p>
                      <a:r>
                        <a:rPr sz="1500" b="0">
                          <a:solidFill>
                            <a:srgbClr val="233451"/>
                          </a:solidFill>
                        </a:rPr>
                        <a:t>Por registrar</a:t>
                      </a:r>
                    </a:p>
                  </a:txBody>
                  <a:tcPr marL="91440" marR="91440" marT="45720" marB="45720">
                    <a:lnR w="9525">
                      <a:solidFill>
                        <a:srgbClr val="DADFE6"/>
                      </a:solidFill>
                      <a:prstDash val="solid"/>
                    </a:lnR>
                    <a:lnB w="9525">
                      <a:solidFill>
                        <a:srgbClr val="DADFE6"/>
                      </a:solidFill>
                      <a:prstDash val="solid"/>
                    </a:lnB>
                    <a:solidFill>
                      <a:srgbClr val="FFFFFF"/>
                    </a:solidFill>
                  </a:tcPr>
                </a:tc>
                <a:tc>
                  <a:txBody>
                    <a:bodyPr/>
                    <a:lstStyle/>
                    <a:p>
                      <a:r>
                        <a:rPr sz="1500" b="0">
                          <a:solidFill>
                            <a:srgbClr val="233451"/>
                          </a:solidFill>
                        </a:rPr>
                        <a:t>Por registrar</a:t>
                      </a:r>
                    </a:p>
                  </a:txBody>
                  <a:tcPr marL="91440" marR="91440" marT="45720" marB="45720">
                    <a:lnR w="9525">
                      <a:solidFill>
                        <a:srgbClr val="DADFE6"/>
                      </a:solidFill>
                      <a:prstDash val="solid"/>
                    </a:lnR>
                    <a:lnB w="9525">
                      <a:solidFill>
                        <a:srgbClr val="DADFE6"/>
                      </a:solidFill>
                      <a:prstDash val="solid"/>
                    </a:lnB>
                    <a:solidFill>
                      <a:srgbClr val="FFFFFF"/>
                    </a:solidFill>
                  </a:tcPr>
                </a:tc>
                <a:tc>
                  <a:txBody>
                    <a:bodyPr/>
                    <a:lstStyle/>
                    <a:p>
                      <a:r>
                        <a:rPr sz="1500" b="0">
                          <a:solidFill>
                            <a:srgbClr val="233451"/>
                          </a:solidFill>
                        </a:rPr>
                        <a:t>Por registrar</a:t>
                      </a:r>
                    </a:p>
                  </a:txBody>
                  <a:tcPr marL="91440" marR="91440" marT="45720" marB="45720">
                    <a:lnR w="9525">
                      <a:solidFill>
                        <a:srgbClr val="DADFE6"/>
                      </a:solidFill>
                      <a:prstDash val="solid"/>
                    </a:lnR>
                    <a:lnB w="9525">
                      <a:solidFill>
                        <a:srgbClr val="DADFE6"/>
                      </a:solidFill>
                      <a:prstDash val="solid"/>
                    </a:lnB>
                    <a:solidFill>
                      <a:srgbClr val="FFFFFF"/>
                    </a:solidFill>
                  </a:tcPr>
                </a:tc>
              </a:tr>
              <a:tr h="704850">
                <a:tc>
                  <a:txBody>
                    <a:bodyPr/>
                    <a:lstStyle/>
                    <a:p>
                      <a:r>
                        <a:rPr sz="1500" b="0">
                          <a:solidFill>
                            <a:srgbClr val="233451"/>
                          </a:solidFill>
                        </a:rPr>
                        <a:t>P1 · Elige y revisa</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0F1F3"/>
                    </a:solidFill>
                  </a:tcPr>
                </a:tc>
                <a:tc>
                  <a:txBody>
                    <a:bodyPr/>
                    <a:lstStyle/>
                    <a:p>
                      <a:r>
                        <a:rPr sz="1500" b="0">
                          <a:solidFill>
                            <a:srgbClr val="233451"/>
                          </a:solidFill>
                        </a:rPr>
                        <a:t>Por registrar</a:t>
                      </a:r>
                    </a:p>
                  </a:txBody>
                  <a:tcPr marL="91440" marR="91440" marT="45720" marB="45720">
                    <a:lnR w="9525">
                      <a:solidFill>
                        <a:srgbClr val="DADFE6"/>
                      </a:solidFill>
                      <a:prstDash val="solid"/>
                    </a:lnR>
                    <a:lnB w="9525">
                      <a:solidFill>
                        <a:srgbClr val="DADFE6"/>
                      </a:solidFill>
                      <a:prstDash val="solid"/>
                    </a:lnB>
                    <a:solidFill>
                      <a:srgbClr val="F0F1F3"/>
                    </a:solidFill>
                  </a:tcPr>
                </a:tc>
                <a:tc>
                  <a:txBody>
                    <a:bodyPr/>
                    <a:lstStyle/>
                    <a:p>
                      <a:r>
                        <a:rPr sz="1500" b="0">
                          <a:solidFill>
                            <a:srgbClr val="233451"/>
                          </a:solidFill>
                        </a:rPr>
                        <a:t>Por registrar</a:t>
                      </a:r>
                    </a:p>
                  </a:txBody>
                  <a:tcPr marL="91440" marR="91440" marT="45720" marB="45720">
                    <a:lnR w="9525">
                      <a:solidFill>
                        <a:srgbClr val="DADFE6"/>
                      </a:solidFill>
                      <a:prstDash val="solid"/>
                    </a:lnR>
                    <a:lnB w="9525">
                      <a:solidFill>
                        <a:srgbClr val="DADFE6"/>
                      </a:solidFill>
                      <a:prstDash val="solid"/>
                    </a:lnB>
                    <a:solidFill>
                      <a:srgbClr val="F0F1F3"/>
                    </a:solidFill>
                  </a:tcPr>
                </a:tc>
                <a:tc>
                  <a:txBody>
                    <a:bodyPr/>
                    <a:lstStyle/>
                    <a:p>
                      <a:r>
                        <a:rPr sz="1500" b="0">
                          <a:solidFill>
                            <a:srgbClr val="233451"/>
                          </a:solidFill>
                        </a:rPr>
                        <a:t>Por registrar</a:t>
                      </a:r>
                    </a:p>
                  </a:txBody>
                  <a:tcPr marL="91440" marR="91440" marT="45720" marB="45720">
                    <a:lnR w="9525">
                      <a:solidFill>
                        <a:srgbClr val="DADFE6"/>
                      </a:solidFill>
                      <a:prstDash val="solid"/>
                    </a:lnR>
                    <a:lnB w="9525">
                      <a:solidFill>
                        <a:srgbClr val="DADFE6"/>
                      </a:solidFill>
                      <a:prstDash val="solid"/>
                    </a:lnB>
                    <a:solidFill>
                      <a:srgbClr val="F0F1F3"/>
                    </a:solidFill>
                  </a:tcPr>
                </a:tc>
              </a:tr>
              <a:tr h="704850">
                <a:tc>
                  <a:txBody>
                    <a:bodyPr/>
                    <a:lstStyle/>
                    <a:p>
                      <a:r>
                        <a:rPr sz="1500" b="0">
                          <a:solidFill>
                            <a:srgbClr val="233451"/>
                          </a:solidFill>
                        </a:rPr>
                        <a:t>P1 · Confirma y explica saldo</a:t>
                      </a:r>
                    </a:p>
                  </a:txBody>
                  <a:tcPr marL="91440" marR="91440" marT="45720" marB="45720">
                    <a:lnL w="9525">
                      <a:solidFill>
                        <a:srgbClr val="DADFE6"/>
                      </a:solidFill>
                      <a:prstDash val="solid"/>
                    </a:lnL>
                    <a:lnR w="9525">
                      <a:solidFill>
                        <a:srgbClr val="DADFE6"/>
                      </a:solidFill>
                      <a:prstDash val="solid"/>
                    </a:lnR>
                    <a:lnB w="9525">
                      <a:solidFill>
                        <a:srgbClr val="DADFE6"/>
                      </a:solidFill>
                      <a:prstDash val="solid"/>
                    </a:lnB>
                    <a:solidFill>
                      <a:srgbClr val="FFFFFF"/>
                    </a:solidFill>
                  </a:tcPr>
                </a:tc>
                <a:tc>
                  <a:txBody>
                    <a:bodyPr/>
                    <a:lstStyle/>
                    <a:p>
                      <a:r>
                        <a:rPr sz="1500" b="0">
                          <a:solidFill>
                            <a:srgbClr val="233451"/>
                          </a:solidFill>
                        </a:rPr>
                        <a:t>Por registrar</a:t>
                      </a:r>
                    </a:p>
                  </a:txBody>
                  <a:tcPr marL="91440" marR="91440" marT="45720" marB="45720">
                    <a:lnR w="9525">
                      <a:solidFill>
                        <a:srgbClr val="DADFE6"/>
                      </a:solidFill>
                      <a:prstDash val="solid"/>
                    </a:lnR>
                    <a:lnB w="9525">
                      <a:solidFill>
                        <a:srgbClr val="DADFE6"/>
                      </a:solidFill>
                      <a:prstDash val="solid"/>
                    </a:lnB>
                    <a:solidFill>
                      <a:srgbClr val="FFFFFF"/>
                    </a:solidFill>
                  </a:tcPr>
                </a:tc>
                <a:tc>
                  <a:txBody>
                    <a:bodyPr/>
                    <a:lstStyle/>
                    <a:p>
                      <a:r>
                        <a:rPr sz="1500" b="0">
                          <a:solidFill>
                            <a:srgbClr val="233451"/>
                          </a:solidFill>
                        </a:rPr>
                        <a:t>Por registrar</a:t>
                      </a:r>
                    </a:p>
                  </a:txBody>
                  <a:tcPr marL="91440" marR="91440" marT="45720" marB="45720">
                    <a:lnR w="9525">
                      <a:solidFill>
                        <a:srgbClr val="DADFE6"/>
                      </a:solidFill>
                      <a:prstDash val="solid"/>
                    </a:lnR>
                    <a:lnB w="9525">
                      <a:solidFill>
                        <a:srgbClr val="DADFE6"/>
                      </a:solidFill>
                      <a:prstDash val="solid"/>
                    </a:lnB>
                    <a:solidFill>
                      <a:srgbClr val="FFFFFF"/>
                    </a:solidFill>
                  </a:tcPr>
                </a:tc>
                <a:tc>
                  <a:txBody>
                    <a:bodyPr/>
                    <a:lstStyle/>
                    <a:p>
                      <a:r>
                        <a:rPr sz="1500" b="0">
                          <a:solidFill>
                            <a:srgbClr val="233451"/>
                          </a:solidFill>
                        </a:rPr>
                        <a:t>Por registrar</a:t>
                      </a:r>
                    </a:p>
                  </a:txBody>
                  <a:tcPr marL="91440" marR="91440" marT="45720" marB="45720">
                    <a:lnR w="9525">
                      <a:solidFill>
                        <a:srgbClr val="DADFE6"/>
                      </a:solidFill>
                      <a:prstDash val="solid"/>
                    </a:lnR>
                    <a:lnB w="9525">
                      <a:solidFill>
                        <a:srgbClr val="DADFE6"/>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82D0045-787B-47FB-9335-5CD272DF34B4}"/>
              </a:ext>
            </a:extLst>
          </p:cNvPr>
          <p:cNvSpPr>
            <a:spLocks xmlns:a="http://schemas.openxmlformats.org/drawingml/2006/main" noGrp="1"/>
          </p:cNvSpPr>
          <p:nvPr/>
        </p:nvSpPr>
        <p:spPr>
          <a:xfrm xmlns:a="http://schemas.openxmlformats.org/drawingml/2006/main">
            <a:off x="609600" y="55816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A17D2B"/>
                </a:solidFill>
              </a:defRPr>
            </a:defPPr>
            <a:lvl1pPr>
              <a:defRPr sz="1800" b="0">
                <a:solidFill>
                  <a:srgbClr val="A17D2B"/>
                </a:solidFill>
              </a:defRPr>
            </a:lvl1pPr>
            <a:lvl2pPr>
              <a:defRPr sz="1800" b="0">
                <a:solidFill>
                  <a:srgbClr val="A17D2B"/>
                </a:solidFill>
              </a:defRPr>
            </a:lvl2pPr>
            <a:lvl3pPr>
              <a:defRPr sz="1800" b="0">
                <a:solidFill>
                  <a:srgbClr val="A17D2B"/>
                </a:solidFill>
              </a:defRPr>
            </a:lvl3pPr>
            <a:lvl4pPr>
              <a:defRPr sz="1800" b="0">
                <a:solidFill>
                  <a:srgbClr val="A17D2B"/>
                </a:solidFill>
              </a:defRPr>
            </a:lvl4pPr>
            <a:lvl5pPr>
              <a:defRPr sz="1800" b="0">
                <a:solidFill>
                  <a:srgbClr val="A17D2B"/>
                </a:solidFill>
              </a:defRPr>
            </a:lvl5pPr>
            <a:lvl6pPr>
              <a:defRPr sz="1800" b="0">
                <a:solidFill>
                  <a:srgbClr val="A17D2B"/>
                </a:solidFill>
              </a:defRPr>
            </a:lvl6pPr>
            <a:lvl7pPr>
              <a:defRPr sz="1800" b="0">
                <a:solidFill>
                  <a:srgbClr val="A17D2B"/>
                </a:solidFill>
              </a:defRPr>
            </a:lvl7pPr>
            <a:lvl8pPr>
              <a:defRPr sz="1800" b="0">
                <a:solidFill>
                  <a:srgbClr val="A17D2B"/>
                </a:solidFill>
              </a:defRPr>
            </a:lvl8pPr>
            <a:lvl9pPr>
              <a:defRPr sz="1800" b="0">
                <a:solidFill>
                  <a:srgbClr val="A17D2B"/>
                </a:solidFill>
              </a:defRPr>
            </a:lvl9pPr>
          </a:lstStyle>
          <a:p xmlns:a="http://schemas.openxmlformats.org/drawingml/2006/main">
            <a:pPr>
              <a:defRPr sz="1800" b="0">
                <a:solidFill>
                  <a:srgbClr val="A17D2B"/>
                </a:solidFill>
              </a:defRPr>
            </a:pPr>
            <a:r>
              <a:rPr sz="1800" b="0">
                <a:solidFill>
                  <a:srgbClr val="A17D2B"/>
                </a:solidFill>
              </a:rPr>
              <a:t>Registrar frases textuales. Separar lo observado de la interpretación del equipo.</a:t>
            </a:r>
          </a:p>
        </p:txBody>
      </p:sp>
    </p:spTree>
    <p:extLst>
      <p:ext uri="{BB962C8B-B14F-4D97-AF65-F5344CB8AC3E}">
        <p14:creationId xmlns:p14="http://schemas.microsoft.com/office/powerpoint/2010/main" val="947528350"/>
      </p:ext>
    </p:extLst>
  </p:cSld>
</p:sld>
</file>

<file path=ppt/slides/slide14.xml><?xml version="1.0" encoding="utf-8"?>
<p:sld xmlns:p="http://schemas.openxmlformats.org/presentationml/2006/main">
  <p:cSld>
    <p:bg>
      <p:bgPr>
        <a:solidFill xmlns:a="http://schemas.openxmlformats.org/drawingml/2006/main">
          <a:srgbClr val="14264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70CD485-73FB-426C-BFCA-11EDFB25ECB0}"/>
              </a:ext>
            </a:extLst>
          </p:cNvPr>
          <p:cNvSpPr>
            <a:spLocks xmlns:a="http://schemas.openxmlformats.org/drawingml/2006/main" noGrp="1"/>
          </p:cNvSpPr>
          <p:nvPr/>
        </p:nvSpPr>
        <p:spPr>
          <a:xfrm xmlns:a="http://schemas.openxmlformats.org/drawingml/2006/main">
            <a:off x="609600" y="533400"/>
            <a:ext cx="419100" cy="38100"/>
          </a:xfrm>
          <a:prstGeom xmlns:a="http://schemas.openxmlformats.org/drawingml/2006/main" prst="rect">
            <a:avLst/>
          </a:prstGeom>
          <a:solidFill xmlns:a="http://schemas.openxmlformats.org/drawingml/2006/main">
            <a:srgbClr val="A17D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C84FF61-9E2C-4C68-80B8-8E06C9C1DDE6}"/>
              </a:ext>
            </a:extLst>
          </p:cNvPr>
          <p:cNvSpPr>
            <a:spLocks xmlns:a="http://schemas.openxmlformats.org/drawingml/2006/main" noGrp="1"/>
          </p:cNvSpPr>
          <p:nvPr/>
        </p:nvSpPr>
        <p:spPr>
          <a:xfrm xmlns:a="http://schemas.openxmlformats.org/drawingml/2006/main">
            <a:off x="1181100" y="3810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1">
                <a:solidFill>
                  <a:srgbClr val="D6C295"/>
                </a:solidFill>
              </a:defRPr>
            </a:defPPr>
            <a:lvl1pPr>
              <a:defRPr sz="975" b="1">
                <a:solidFill>
                  <a:srgbClr val="D6C295"/>
                </a:solidFill>
              </a:defRPr>
            </a:lvl1pPr>
            <a:lvl2pPr>
              <a:defRPr sz="975" b="1">
                <a:solidFill>
                  <a:srgbClr val="D6C295"/>
                </a:solidFill>
              </a:defRPr>
            </a:lvl2pPr>
            <a:lvl3pPr>
              <a:defRPr sz="975" b="1">
                <a:solidFill>
                  <a:srgbClr val="D6C295"/>
                </a:solidFill>
              </a:defRPr>
            </a:lvl3pPr>
            <a:lvl4pPr>
              <a:defRPr sz="975" b="1">
                <a:solidFill>
                  <a:srgbClr val="D6C295"/>
                </a:solidFill>
              </a:defRPr>
            </a:lvl4pPr>
            <a:lvl5pPr>
              <a:defRPr sz="975" b="1">
                <a:solidFill>
                  <a:srgbClr val="D6C295"/>
                </a:solidFill>
              </a:defRPr>
            </a:lvl5pPr>
            <a:lvl6pPr>
              <a:defRPr sz="975" b="1">
                <a:solidFill>
                  <a:srgbClr val="D6C295"/>
                </a:solidFill>
              </a:defRPr>
            </a:lvl6pPr>
            <a:lvl7pPr>
              <a:defRPr sz="975" b="1">
                <a:solidFill>
                  <a:srgbClr val="D6C295"/>
                </a:solidFill>
              </a:defRPr>
            </a:lvl7pPr>
            <a:lvl8pPr>
              <a:defRPr sz="975" b="1">
                <a:solidFill>
                  <a:srgbClr val="D6C295"/>
                </a:solidFill>
              </a:defRPr>
            </a:lvl8pPr>
            <a:lvl9pPr>
              <a:defRPr sz="975" b="1">
                <a:solidFill>
                  <a:srgbClr val="D6C295"/>
                </a:solidFill>
              </a:defRPr>
            </a:lvl9pPr>
          </a:lstStyle>
          <a:p xmlns:a="http://schemas.openxmlformats.org/drawingml/2006/main">
            <a:pPr>
              <a:defRPr sz="975" b="1">
                <a:solidFill>
                  <a:srgbClr val="D6C295"/>
                </a:solidFill>
              </a:defRPr>
            </a:pPr>
            <a:r>
              <a:rPr sz="975" b="1">
                <a:solidFill>
                  <a:srgbClr val="D6C295"/>
                </a:solidFill>
              </a:rPr>
              <a:t>TRIBUTAFÁCIL / GRUPO 4</a:t>
            </a:r>
          </a:p>
        </p:txBody>
      </p:sp>
      <p:sp>
        <p:nvSpPr>
          <p:cNvPr id="4" name="">
            <a:extLst xmlns:a="http://schemas.openxmlformats.org/drawingml/2006/main">
              <a:ext uri="{FF2B5EF4-FFF2-40B4-BE49-F238E27FC236}">
                <a16:creationId xmlns:a16="http://schemas.microsoft.com/office/drawing/2014/main" id="{24AC8BE8-212F-4404-917E-A0A0A95C5F52}"/>
              </a:ext>
            </a:extLst>
          </p:cNvPr>
          <p:cNvSpPr>
            <a:spLocks xmlns:a="http://schemas.openxmlformats.org/drawingml/2006/main" noGrp="1"/>
          </p:cNvSpPr>
          <p:nvPr/>
        </p:nvSpPr>
        <p:spPr>
          <a:xfrm xmlns:a="http://schemas.openxmlformats.org/drawingml/2006/main">
            <a:off x="11049000" y="3810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CED5E0"/>
                </a:solidFill>
              </a:defRPr>
            </a:defPPr>
            <a:lvl1pPr>
              <a:defRPr sz="1050" b="0">
                <a:solidFill>
                  <a:srgbClr val="CED5E0"/>
                </a:solidFill>
              </a:defRPr>
            </a:lvl1pPr>
            <a:lvl2pPr>
              <a:defRPr sz="1050" b="0">
                <a:solidFill>
                  <a:srgbClr val="CED5E0"/>
                </a:solidFill>
              </a:defRPr>
            </a:lvl2pPr>
            <a:lvl3pPr>
              <a:defRPr sz="1050" b="0">
                <a:solidFill>
                  <a:srgbClr val="CED5E0"/>
                </a:solidFill>
              </a:defRPr>
            </a:lvl3pPr>
            <a:lvl4pPr>
              <a:defRPr sz="1050" b="0">
                <a:solidFill>
                  <a:srgbClr val="CED5E0"/>
                </a:solidFill>
              </a:defRPr>
            </a:lvl4pPr>
            <a:lvl5pPr>
              <a:defRPr sz="1050" b="0">
                <a:solidFill>
                  <a:srgbClr val="CED5E0"/>
                </a:solidFill>
              </a:defRPr>
            </a:lvl5pPr>
            <a:lvl6pPr>
              <a:defRPr sz="1050" b="0">
                <a:solidFill>
                  <a:srgbClr val="CED5E0"/>
                </a:solidFill>
              </a:defRPr>
            </a:lvl6pPr>
            <a:lvl7pPr>
              <a:defRPr sz="1050" b="0">
                <a:solidFill>
                  <a:srgbClr val="CED5E0"/>
                </a:solidFill>
              </a:defRPr>
            </a:lvl7pPr>
            <a:lvl8pPr>
              <a:defRPr sz="1050" b="0">
                <a:solidFill>
                  <a:srgbClr val="CED5E0"/>
                </a:solidFill>
              </a:defRPr>
            </a:lvl8pPr>
            <a:lvl9pPr>
              <a:defRPr sz="1050" b="0">
                <a:solidFill>
                  <a:srgbClr val="CED5E0"/>
                </a:solidFill>
              </a:defRPr>
            </a:lvl9pPr>
          </a:lstStyle>
          <a:p xmlns:a="http://schemas.openxmlformats.org/drawingml/2006/main">
            <a:pPr>
              <a:defRPr sz="1050" b="0">
                <a:solidFill>
                  <a:srgbClr val="CED5E0"/>
                </a:solidFill>
              </a:defRPr>
            </a:pPr>
            <a:r>
              <a:rPr sz="1050" b="0">
                <a:solidFill>
                  <a:srgbClr val="CED5E0"/>
                </a:solidFill>
              </a:rPr>
              <a:t>14</a:t>
            </a:r>
          </a:p>
        </p:txBody>
      </p:sp>
      <p:sp>
        <p:nvSpPr>
          <p:cNvPr id="5" name="">
            <a:extLst xmlns:a="http://schemas.openxmlformats.org/drawingml/2006/main">
              <a:ext uri="{FF2B5EF4-FFF2-40B4-BE49-F238E27FC236}">
                <a16:creationId xmlns:a16="http://schemas.microsoft.com/office/drawing/2014/main" id="{43DFD37C-E0E6-4599-8F1A-7D1BC7DD8602}"/>
              </a:ext>
            </a:extLst>
          </p:cNvPr>
          <p:cNvSpPr>
            <a:spLocks xmlns:a="http://schemas.openxmlformats.org/drawingml/2006/main" noGrp="1"/>
          </p:cNvSpPr>
          <p:nvPr/>
        </p:nvSpPr>
        <p:spPr>
          <a:xfrm xmlns:a="http://schemas.openxmlformats.org/drawingml/2006/main">
            <a:off x="609600" y="1028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FFFFFF"/>
                </a:solidFill>
              </a:defRPr>
            </a:defPPr>
            <a:lvl1pPr>
              <a:defRPr sz="3300" b="1">
                <a:solidFill>
                  <a:srgbClr val="FFFFFF"/>
                </a:solidFill>
              </a:defRPr>
            </a:lvl1pPr>
            <a:lvl2pPr>
              <a:defRPr sz="3300" b="1">
                <a:solidFill>
                  <a:srgbClr val="FFFFFF"/>
                </a:solidFill>
              </a:defRPr>
            </a:lvl2pPr>
            <a:lvl3pPr>
              <a:defRPr sz="3300" b="1">
                <a:solidFill>
                  <a:srgbClr val="FFFFFF"/>
                </a:solidFill>
              </a:defRPr>
            </a:lvl3pPr>
            <a:lvl4pPr>
              <a:defRPr sz="3300" b="1">
                <a:solidFill>
                  <a:srgbClr val="FFFFFF"/>
                </a:solidFill>
              </a:defRPr>
            </a:lvl4pPr>
            <a:lvl5pPr>
              <a:defRPr sz="3300" b="1">
                <a:solidFill>
                  <a:srgbClr val="FFFFFF"/>
                </a:solidFill>
              </a:defRPr>
            </a:lvl5pPr>
            <a:lvl6pPr>
              <a:defRPr sz="3300" b="1">
                <a:solidFill>
                  <a:srgbClr val="FFFFFF"/>
                </a:solidFill>
              </a:defRPr>
            </a:lvl6pPr>
            <a:lvl7pPr>
              <a:defRPr sz="3300" b="1">
                <a:solidFill>
                  <a:srgbClr val="FFFFFF"/>
                </a:solidFill>
              </a:defRPr>
            </a:lvl7pPr>
            <a:lvl8pPr>
              <a:defRPr sz="3300" b="1">
                <a:solidFill>
                  <a:srgbClr val="FFFFFF"/>
                </a:solidFill>
              </a:defRPr>
            </a:lvl8pPr>
            <a:lvl9pPr>
              <a:defRPr sz="3300" b="1">
                <a:solidFill>
                  <a:srgbClr val="FFFFFF"/>
                </a:solidFill>
              </a:defRPr>
            </a:lvl9pPr>
          </a:lstStyle>
          <a:p xmlns:a="http://schemas.openxmlformats.org/drawingml/2006/main">
            <a:pPr>
              <a:defRPr sz="3300" b="1">
                <a:solidFill>
                  <a:srgbClr val="FFFFFF"/>
                </a:solidFill>
              </a:defRPr>
            </a:pPr>
            <a:r>
              <a:rPr sz="3300" b="1">
                <a:solidFill>
                  <a:srgbClr val="FFFFFF"/>
                </a:solidFill>
              </a:rPr>
              <a:t>Del resultado a la siguiente mejora</a:t>
            </a:r>
          </a:p>
        </p:txBody>
      </p:sp>
      <p:sp>
        <p:nvSpPr>
          <p:cNvPr id="6" name="">
            <a:extLst xmlns:a="http://schemas.openxmlformats.org/drawingml/2006/main">
              <a:ext uri="{FF2B5EF4-FFF2-40B4-BE49-F238E27FC236}">
                <a16:creationId xmlns:a16="http://schemas.microsoft.com/office/drawing/2014/main" id="{3858088D-B837-419E-B770-E114BA8AB2FC}"/>
              </a:ext>
            </a:extLst>
          </p:cNvPr>
          <p:cNvSpPr>
            <a:spLocks xmlns:a="http://schemas.openxmlformats.org/drawingml/2006/main" noGrp="1"/>
          </p:cNvSpPr>
          <p:nvPr/>
        </p:nvSpPr>
        <p:spPr>
          <a:xfrm xmlns:a="http://schemas.openxmlformats.org/drawingml/2006/main">
            <a:off x="609600" y="19240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CDD6E6"/>
                </a:solidFill>
              </a:defRPr>
            </a:defPPr>
            <a:lvl1pPr>
              <a:defRPr sz="1725" b="0">
                <a:solidFill>
                  <a:srgbClr val="CDD6E6"/>
                </a:solidFill>
              </a:defRPr>
            </a:lvl1pPr>
            <a:lvl2pPr>
              <a:defRPr sz="1725" b="0">
                <a:solidFill>
                  <a:srgbClr val="CDD6E6"/>
                </a:solidFill>
              </a:defRPr>
            </a:lvl2pPr>
            <a:lvl3pPr>
              <a:defRPr sz="1725" b="0">
                <a:solidFill>
                  <a:srgbClr val="CDD6E6"/>
                </a:solidFill>
              </a:defRPr>
            </a:lvl3pPr>
            <a:lvl4pPr>
              <a:defRPr sz="1725" b="0">
                <a:solidFill>
                  <a:srgbClr val="CDD6E6"/>
                </a:solidFill>
              </a:defRPr>
            </a:lvl4pPr>
            <a:lvl5pPr>
              <a:defRPr sz="1725" b="0">
                <a:solidFill>
                  <a:srgbClr val="CDD6E6"/>
                </a:solidFill>
              </a:defRPr>
            </a:lvl5pPr>
            <a:lvl6pPr>
              <a:defRPr sz="1725" b="0">
                <a:solidFill>
                  <a:srgbClr val="CDD6E6"/>
                </a:solidFill>
              </a:defRPr>
            </a:lvl6pPr>
            <a:lvl7pPr>
              <a:defRPr sz="1725" b="0">
                <a:solidFill>
                  <a:srgbClr val="CDD6E6"/>
                </a:solidFill>
              </a:defRPr>
            </a:lvl7pPr>
            <a:lvl8pPr>
              <a:defRPr sz="1725" b="0">
                <a:solidFill>
                  <a:srgbClr val="CDD6E6"/>
                </a:solidFill>
              </a:defRPr>
            </a:lvl8pPr>
            <a:lvl9pPr>
              <a:defRPr sz="1725" b="0">
                <a:solidFill>
                  <a:srgbClr val="CDD6E6"/>
                </a:solidFill>
              </a:defRPr>
            </a:lvl9pPr>
          </a:lstStyle>
          <a:p xmlns:a="http://schemas.openxmlformats.org/drawingml/2006/main">
            <a:pPr>
              <a:defRPr sz="1725" b="0">
                <a:solidFill>
                  <a:srgbClr val="CDD6E6"/>
                </a:solidFill>
              </a:defRPr>
            </a:pPr>
            <a:r>
              <a:rPr sz="1725" b="0">
                <a:solidFill>
                  <a:srgbClr val="CDD6E6"/>
                </a:solidFill>
              </a:rPr>
              <a:t>La conclusión se construye con lo que ocurra en la presentación.</a:t>
            </a:r>
          </a:p>
        </p:txBody>
      </p:sp>
      <p:sp>
        <p:nvSpPr>
          <p:cNvPr id="7" name="">
            <a:extLst xmlns:a="http://schemas.openxmlformats.org/drawingml/2006/main">
              <a:ext uri="{FF2B5EF4-FFF2-40B4-BE49-F238E27FC236}">
                <a16:creationId xmlns:a16="http://schemas.microsoft.com/office/drawing/2014/main" id="{1FAD8989-4030-4E43-82AE-79FF4E4DF05C}"/>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33456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1E6B1E8-22BE-4EC5-89E9-6CFD0DC24B9A}"/>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C3CDDE"/>
                </a:solidFill>
              </a:defRPr>
            </a:defPPr>
            <a:lvl1pPr>
              <a:defRPr sz="900" b="0">
                <a:solidFill>
                  <a:srgbClr val="C3CDDE"/>
                </a:solidFill>
              </a:defRPr>
            </a:lvl1pPr>
            <a:lvl2pPr>
              <a:defRPr sz="900" b="0">
                <a:solidFill>
                  <a:srgbClr val="C3CDDE"/>
                </a:solidFill>
              </a:defRPr>
            </a:lvl2pPr>
            <a:lvl3pPr>
              <a:defRPr sz="900" b="0">
                <a:solidFill>
                  <a:srgbClr val="C3CDDE"/>
                </a:solidFill>
              </a:defRPr>
            </a:lvl3pPr>
            <a:lvl4pPr>
              <a:defRPr sz="900" b="0">
                <a:solidFill>
                  <a:srgbClr val="C3CDDE"/>
                </a:solidFill>
              </a:defRPr>
            </a:lvl4pPr>
            <a:lvl5pPr>
              <a:defRPr sz="900" b="0">
                <a:solidFill>
                  <a:srgbClr val="C3CDDE"/>
                </a:solidFill>
              </a:defRPr>
            </a:lvl5pPr>
            <a:lvl6pPr>
              <a:defRPr sz="900" b="0">
                <a:solidFill>
                  <a:srgbClr val="C3CDDE"/>
                </a:solidFill>
              </a:defRPr>
            </a:lvl6pPr>
            <a:lvl7pPr>
              <a:defRPr sz="900" b="0">
                <a:solidFill>
                  <a:srgbClr val="C3CDDE"/>
                </a:solidFill>
              </a:defRPr>
            </a:lvl7pPr>
            <a:lvl8pPr>
              <a:defRPr sz="900" b="0">
                <a:solidFill>
                  <a:srgbClr val="C3CDDE"/>
                </a:solidFill>
              </a:defRPr>
            </a:lvl8pPr>
            <a:lvl9pPr>
              <a:defRPr sz="900" b="0">
                <a:solidFill>
                  <a:srgbClr val="C3CDDE"/>
                </a:solidFill>
              </a:defRPr>
            </a:lvl9pPr>
          </a:lstStyle>
          <a:p xmlns:a="http://schemas.openxmlformats.org/drawingml/2006/main">
            <a:pPr>
              <a:defRPr sz="900" b="0">
                <a:solidFill>
                  <a:srgbClr val="C3CDDE"/>
                </a:solidFill>
              </a:defRPr>
            </a:pPr>
            <a:r>
              <a:rPr sz="900" b="0">
                <a:solidFill>
                  <a:srgbClr val="C3CDDE"/>
                </a:solidFill>
              </a:rPr>
              <a:t>Prototipo académico · Demostración sin cobros reales</a:t>
            </a:r>
          </a:p>
        </p:txBody>
      </p:sp>
      <p:sp>
        <p:nvSpPr>
          <p:cNvPr id="9" name="">
            <a:extLst xmlns:a="http://schemas.openxmlformats.org/drawingml/2006/main">
              <a:ext uri="{FF2B5EF4-FFF2-40B4-BE49-F238E27FC236}">
                <a16:creationId xmlns:a16="http://schemas.microsoft.com/office/drawing/2014/main" id="{8D03A18D-31C1-4D97-A21F-6490C30DCE74}"/>
              </a:ext>
            </a:extLst>
          </p:cNvPr>
          <p:cNvSpPr>
            <a:spLocks xmlns:a="http://schemas.openxmlformats.org/drawingml/2006/main" noGrp="1"/>
          </p:cNvSpPr>
          <p:nvPr/>
        </p:nvSpPr>
        <p:spPr>
          <a:xfrm xmlns:a="http://schemas.openxmlformats.org/drawingml/2006/main">
            <a:off x="609600" y="2828925"/>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75" b="1">
                <a:solidFill>
                  <a:srgbClr val="D7BE81"/>
                </a:solidFill>
              </a:defRPr>
            </a:defPPr>
            <a:lvl1pPr>
              <a:defRPr sz="2475" b="1">
                <a:solidFill>
                  <a:srgbClr val="D7BE81"/>
                </a:solidFill>
              </a:defRPr>
            </a:lvl1pPr>
            <a:lvl2pPr>
              <a:defRPr sz="2475" b="1">
                <a:solidFill>
                  <a:srgbClr val="D7BE81"/>
                </a:solidFill>
              </a:defRPr>
            </a:lvl2pPr>
            <a:lvl3pPr>
              <a:defRPr sz="2475" b="1">
                <a:solidFill>
                  <a:srgbClr val="D7BE81"/>
                </a:solidFill>
              </a:defRPr>
            </a:lvl3pPr>
            <a:lvl4pPr>
              <a:defRPr sz="2475" b="1">
                <a:solidFill>
                  <a:srgbClr val="D7BE81"/>
                </a:solidFill>
              </a:defRPr>
            </a:lvl4pPr>
            <a:lvl5pPr>
              <a:defRPr sz="2475" b="1">
                <a:solidFill>
                  <a:srgbClr val="D7BE81"/>
                </a:solidFill>
              </a:defRPr>
            </a:lvl5pPr>
            <a:lvl6pPr>
              <a:defRPr sz="2475" b="1">
                <a:solidFill>
                  <a:srgbClr val="D7BE81"/>
                </a:solidFill>
              </a:defRPr>
            </a:lvl6pPr>
            <a:lvl7pPr>
              <a:defRPr sz="2475" b="1">
                <a:solidFill>
                  <a:srgbClr val="D7BE81"/>
                </a:solidFill>
              </a:defRPr>
            </a:lvl7pPr>
            <a:lvl8pPr>
              <a:defRPr sz="2475" b="1">
                <a:solidFill>
                  <a:srgbClr val="D7BE81"/>
                </a:solidFill>
              </a:defRPr>
            </a:lvl8pPr>
            <a:lvl9pPr>
              <a:defRPr sz="2475" b="1">
                <a:solidFill>
                  <a:srgbClr val="D7BE81"/>
                </a:solidFill>
              </a:defRPr>
            </a:lvl9pPr>
          </a:lstStyle>
          <a:p xmlns:a="http://schemas.openxmlformats.org/drawingml/2006/main">
            <a:pPr>
              <a:defRPr sz="2475" b="1">
                <a:solidFill>
                  <a:srgbClr val="D7BE81"/>
                </a:solidFill>
              </a:defRPr>
            </a:pPr>
            <a:r>
              <a:rPr sz="2475" b="1">
                <a:solidFill>
                  <a:srgbClr val="D7BE81"/>
                </a:solidFill>
              </a:rPr>
              <a:t>Observamos…</a:t>
            </a:r>
          </a:p>
        </p:txBody>
      </p:sp>
      <p:sp>
        <p:nvSpPr>
          <p:cNvPr id="10" name="">
            <a:extLst xmlns:a="http://schemas.openxmlformats.org/drawingml/2006/main">
              <a:ext uri="{FF2B5EF4-FFF2-40B4-BE49-F238E27FC236}">
                <a16:creationId xmlns:a16="http://schemas.microsoft.com/office/drawing/2014/main" id="{5ED449CD-EE2D-4DB7-9D2B-F91F141178A1}"/>
              </a:ext>
            </a:extLst>
          </p:cNvPr>
          <p:cNvSpPr>
            <a:spLocks xmlns:a="http://schemas.openxmlformats.org/drawingml/2006/main" noGrp="1"/>
          </p:cNvSpPr>
          <p:nvPr/>
        </p:nvSpPr>
        <p:spPr>
          <a:xfrm xmlns:a="http://schemas.openxmlformats.org/drawingml/2006/main">
            <a:off x="609600" y="34480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D3DBE9"/>
                </a:solidFill>
              </a:defRPr>
            </a:defPPr>
            <a:lvl1pPr>
              <a:defRPr sz="1950" b="0">
                <a:solidFill>
                  <a:srgbClr val="D3DBE9"/>
                </a:solidFill>
              </a:defRPr>
            </a:lvl1pPr>
            <a:lvl2pPr>
              <a:defRPr sz="1950" b="0">
                <a:solidFill>
                  <a:srgbClr val="D3DBE9"/>
                </a:solidFill>
              </a:defRPr>
            </a:lvl2pPr>
            <a:lvl3pPr>
              <a:defRPr sz="1950" b="0">
                <a:solidFill>
                  <a:srgbClr val="D3DBE9"/>
                </a:solidFill>
              </a:defRPr>
            </a:lvl3pPr>
            <a:lvl4pPr>
              <a:defRPr sz="1950" b="0">
                <a:solidFill>
                  <a:srgbClr val="D3DBE9"/>
                </a:solidFill>
              </a:defRPr>
            </a:lvl4pPr>
            <a:lvl5pPr>
              <a:defRPr sz="1950" b="0">
                <a:solidFill>
                  <a:srgbClr val="D3DBE9"/>
                </a:solidFill>
              </a:defRPr>
            </a:lvl5pPr>
            <a:lvl6pPr>
              <a:defRPr sz="1950" b="0">
                <a:solidFill>
                  <a:srgbClr val="D3DBE9"/>
                </a:solidFill>
              </a:defRPr>
            </a:lvl6pPr>
            <a:lvl7pPr>
              <a:defRPr sz="1950" b="0">
                <a:solidFill>
                  <a:srgbClr val="D3DBE9"/>
                </a:solidFill>
              </a:defRPr>
            </a:lvl7pPr>
            <a:lvl8pPr>
              <a:defRPr sz="1950" b="0">
                <a:solidFill>
                  <a:srgbClr val="D3DBE9"/>
                </a:solidFill>
              </a:defRPr>
            </a:lvl8pPr>
            <a:lvl9pPr>
              <a:defRPr sz="1950" b="0">
                <a:solidFill>
                  <a:srgbClr val="D3DBE9"/>
                </a:solidFill>
              </a:defRPr>
            </a:lvl9pPr>
          </a:lstStyle>
          <a:p xmlns:a="http://schemas.openxmlformats.org/drawingml/2006/main">
            <a:pPr>
              <a:defRPr sz="1950" b="0">
                <a:solidFill>
                  <a:srgbClr val="D3DBE9"/>
                </a:solidFill>
              </a:defRPr>
            </a:pPr>
            <a:r>
              <a:rPr sz="1950" b="0">
                <a:solidFill>
                  <a:srgbClr val="D3DBE9"/>
                </a:solidFill>
              </a:rPr>
              <a:t>Acción o frase del participante.</a:t>
            </a:r>
          </a:p>
          <a:p xmlns:a="http://schemas.openxmlformats.org/drawingml/2006/main">
            <a:pPr>
              <a:defRPr sz="1950" b="0">
                <a:solidFill>
                  <a:srgbClr val="D3DBE9"/>
                </a:solidFill>
              </a:defRPr>
            </a:pPr>
            <a:r>
              <a:rPr sz="1950" b="0">
                <a:solidFill>
                  <a:srgbClr val="D3DBE9"/>
                </a:solidFill>
              </a:rPr>
              <a:t>Por completar en clase.</a:t>
            </a:r>
          </a:p>
        </p:txBody>
      </p:sp>
      <p:sp>
        <p:nvSpPr>
          <p:cNvPr id="11" name="">
            <a:extLst xmlns:a="http://schemas.openxmlformats.org/drawingml/2006/main">
              <a:ext uri="{FF2B5EF4-FFF2-40B4-BE49-F238E27FC236}">
                <a16:creationId xmlns:a16="http://schemas.microsoft.com/office/drawing/2014/main" id="{1D9006C4-D04A-40D5-963D-2ECC81E1D803}"/>
              </a:ext>
            </a:extLst>
          </p:cNvPr>
          <p:cNvSpPr>
            <a:spLocks xmlns:a="http://schemas.openxmlformats.org/drawingml/2006/main" noGrp="1"/>
          </p:cNvSpPr>
          <p:nvPr/>
        </p:nvSpPr>
        <p:spPr>
          <a:xfrm xmlns:a="http://schemas.openxmlformats.org/drawingml/2006/main">
            <a:off x="6572250" y="28289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75" b="1">
                <a:solidFill>
                  <a:srgbClr val="D7BE81"/>
                </a:solidFill>
              </a:defRPr>
            </a:defPPr>
            <a:lvl1pPr>
              <a:defRPr sz="2475" b="1">
                <a:solidFill>
                  <a:srgbClr val="D7BE81"/>
                </a:solidFill>
              </a:defRPr>
            </a:lvl1pPr>
            <a:lvl2pPr>
              <a:defRPr sz="2475" b="1">
                <a:solidFill>
                  <a:srgbClr val="D7BE81"/>
                </a:solidFill>
              </a:defRPr>
            </a:lvl2pPr>
            <a:lvl3pPr>
              <a:defRPr sz="2475" b="1">
                <a:solidFill>
                  <a:srgbClr val="D7BE81"/>
                </a:solidFill>
              </a:defRPr>
            </a:lvl3pPr>
            <a:lvl4pPr>
              <a:defRPr sz="2475" b="1">
                <a:solidFill>
                  <a:srgbClr val="D7BE81"/>
                </a:solidFill>
              </a:defRPr>
            </a:lvl4pPr>
            <a:lvl5pPr>
              <a:defRPr sz="2475" b="1">
                <a:solidFill>
                  <a:srgbClr val="D7BE81"/>
                </a:solidFill>
              </a:defRPr>
            </a:lvl5pPr>
            <a:lvl6pPr>
              <a:defRPr sz="2475" b="1">
                <a:solidFill>
                  <a:srgbClr val="D7BE81"/>
                </a:solidFill>
              </a:defRPr>
            </a:lvl6pPr>
            <a:lvl7pPr>
              <a:defRPr sz="2475" b="1">
                <a:solidFill>
                  <a:srgbClr val="D7BE81"/>
                </a:solidFill>
              </a:defRPr>
            </a:lvl7pPr>
            <a:lvl8pPr>
              <a:defRPr sz="2475" b="1">
                <a:solidFill>
                  <a:srgbClr val="D7BE81"/>
                </a:solidFill>
              </a:defRPr>
            </a:lvl8pPr>
            <a:lvl9pPr>
              <a:defRPr sz="2475" b="1">
                <a:solidFill>
                  <a:srgbClr val="D7BE81"/>
                </a:solidFill>
              </a:defRPr>
            </a:lvl9pPr>
          </a:lstStyle>
          <a:p xmlns:a="http://schemas.openxmlformats.org/drawingml/2006/main">
            <a:pPr>
              <a:defRPr sz="2475" b="1">
                <a:solidFill>
                  <a:srgbClr val="D7BE81"/>
                </a:solidFill>
              </a:defRPr>
            </a:pPr>
            <a:r>
              <a:rPr sz="2475" b="1">
                <a:solidFill>
                  <a:srgbClr val="D7BE81"/>
                </a:solidFill>
              </a:rPr>
              <a:t>Por eso cambiaremos…</a:t>
            </a:r>
          </a:p>
        </p:txBody>
      </p:sp>
      <p:sp>
        <p:nvSpPr>
          <p:cNvPr id="12" name="">
            <a:extLst xmlns:a="http://schemas.openxmlformats.org/drawingml/2006/main">
              <a:ext uri="{FF2B5EF4-FFF2-40B4-BE49-F238E27FC236}">
                <a16:creationId xmlns:a16="http://schemas.microsoft.com/office/drawing/2014/main" id="{8CAA7693-1A70-49F1-9D25-4474ED18B465}"/>
              </a:ext>
            </a:extLst>
          </p:cNvPr>
          <p:cNvSpPr>
            <a:spLocks xmlns:a="http://schemas.openxmlformats.org/drawingml/2006/main" noGrp="1"/>
          </p:cNvSpPr>
          <p:nvPr/>
        </p:nvSpPr>
        <p:spPr>
          <a:xfrm xmlns:a="http://schemas.openxmlformats.org/drawingml/2006/main">
            <a:off x="6572250" y="34480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D3DBE9"/>
                </a:solidFill>
              </a:defRPr>
            </a:defPPr>
            <a:lvl1pPr>
              <a:defRPr sz="1950" b="0">
                <a:solidFill>
                  <a:srgbClr val="D3DBE9"/>
                </a:solidFill>
              </a:defRPr>
            </a:lvl1pPr>
            <a:lvl2pPr>
              <a:defRPr sz="1950" b="0">
                <a:solidFill>
                  <a:srgbClr val="D3DBE9"/>
                </a:solidFill>
              </a:defRPr>
            </a:lvl2pPr>
            <a:lvl3pPr>
              <a:defRPr sz="1950" b="0">
                <a:solidFill>
                  <a:srgbClr val="D3DBE9"/>
                </a:solidFill>
              </a:defRPr>
            </a:lvl3pPr>
            <a:lvl4pPr>
              <a:defRPr sz="1950" b="0">
                <a:solidFill>
                  <a:srgbClr val="D3DBE9"/>
                </a:solidFill>
              </a:defRPr>
            </a:lvl4pPr>
            <a:lvl5pPr>
              <a:defRPr sz="1950" b="0">
                <a:solidFill>
                  <a:srgbClr val="D3DBE9"/>
                </a:solidFill>
              </a:defRPr>
            </a:lvl5pPr>
            <a:lvl6pPr>
              <a:defRPr sz="1950" b="0">
                <a:solidFill>
                  <a:srgbClr val="D3DBE9"/>
                </a:solidFill>
              </a:defRPr>
            </a:lvl6pPr>
            <a:lvl7pPr>
              <a:defRPr sz="1950" b="0">
                <a:solidFill>
                  <a:srgbClr val="D3DBE9"/>
                </a:solidFill>
              </a:defRPr>
            </a:lvl7pPr>
            <a:lvl8pPr>
              <a:defRPr sz="1950" b="0">
                <a:solidFill>
                  <a:srgbClr val="D3DBE9"/>
                </a:solidFill>
              </a:defRPr>
            </a:lvl8pPr>
            <a:lvl9pPr>
              <a:defRPr sz="1950" b="0">
                <a:solidFill>
                  <a:srgbClr val="D3DBE9"/>
                </a:solidFill>
              </a:defRPr>
            </a:lvl9pPr>
          </a:lstStyle>
          <a:p xmlns:a="http://schemas.openxmlformats.org/drawingml/2006/main">
            <a:pPr>
              <a:defRPr sz="1950" b="0">
                <a:solidFill>
                  <a:srgbClr val="D3DBE9"/>
                </a:solidFill>
              </a:defRPr>
            </a:pPr>
            <a:r>
              <a:rPr sz="1950" b="0">
                <a:solidFill>
                  <a:srgbClr val="D3DBE9"/>
                </a:solidFill>
              </a:rPr>
              <a:t>Una mejora vinculada a la dificultad.</a:t>
            </a:r>
          </a:p>
          <a:p xmlns:a="http://schemas.openxmlformats.org/drawingml/2006/main">
            <a:pPr>
              <a:defRPr sz="1950" b="0">
                <a:solidFill>
                  <a:srgbClr val="D3DBE9"/>
                </a:solidFill>
              </a:defRPr>
            </a:pPr>
            <a:r>
              <a:rPr sz="1950" b="0">
                <a:solidFill>
                  <a:srgbClr val="D3DBE9"/>
                </a:solidFill>
              </a:rPr>
              <a:t>Por decidir con evidencia.</a:t>
            </a:r>
          </a:p>
        </p:txBody>
      </p:sp>
      <p:sp>
        <p:nvSpPr>
          <p:cNvPr id="13" name="">
            <a:extLst xmlns:a="http://schemas.openxmlformats.org/drawingml/2006/main">
              <a:ext uri="{FF2B5EF4-FFF2-40B4-BE49-F238E27FC236}">
                <a16:creationId xmlns:a16="http://schemas.microsoft.com/office/drawing/2014/main" id="{68196D2E-B07B-4A1A-B427-B4720E9EF19F}"/>
              </a:ext>
            </a:extLst>
          </p:cNvPr>
          <p:cNvSpPr>
            <a:spLocks xmlns:a="http://schemas.openxmlformats.org/drawingml/2006/main" noGrp="1"/>
          </p:cNvSpPr>
          <p:nvPr/>
        </p:nvSpPr>
        <p:spPr>
          <a:xfrm xmlns:a="http://schemas.openxmlformats.org/drawingml/2006/main">
            <a:off x="609600" y="5191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0">
                <a:solidFill>
                  <a:srgbClr val="FFFFFF"/>
                </a:solidFill>
              </a:defRPr>
            </a:defPPr>
            <a:lvl1pPr>
              <a:defRPr sz="2175" b="0">
                <a:solidFill>
                  <a:srgbClr val="FFFFFF"/>
                </a:solidFill>
              </a:defRPr>
            </a:lvl1pPr>
            <a:lvl2pPr>
              <a:defRPr sz="2175" b="0">
                <a:solidFill>
                  <a:srgbClr val="FFFFFF"/>
                </a:solidFill>
              </a:defRPr>
            </a:lvl2pPr>
            <a:lvl3pPr>
              <a:defRPr sz="2175" b="0">
                <a:solidFill>
                  <a:srgbClr val="FFFFFF"/>
                </a:solidFill>
              </a:defRPr>
            </a:lvl3pPr>
            <a:lvl4pPr>
              <a:defRPr sz="2175" b="0">
                <a:solidFill>
                  <a:srgbClr val="FFFFFF"/>
                </a:solidFill>
              </a:defRPr>
            </a:lvl4pPr>
            <a:lvl5pPr>
              <a:defRPr sz="2175" b="0">
                <a:solidFill>
                  <a:srgbClr val="FFFFFF"/>
                </a:solidFill>
              </a:defRPr>
            </a:lvl5pPr>
            <a:lvl6pPr>
              <a:defRPr sz="2175" b="0">
                <a:solidFill>
                  <a:srgbClr val="FFFFFF"/>
                </a:solidFill>
              </a:defRPr>
            </a:lvl6pPr>
            <a:lvl7pPr>
              <a:defRPr sz="2175" b="0">
                <a:solidFill>
                  <a:srgbClr val="FFFFFF"/>
                </a:solidFill>
              </a:defRPr>
            </a:lvl7pPr>
            <a:lvl8pPr>
              <a:defRPr sz="2175" b="0">
                <a:solidFill>
                  <a:srgbClr val="FFFFFF"/>
                </a:solidFill>
              </a:defRPr>
            </a:lvl8pPr>
            <a:lvl9pPr>
              <a:defRPr sz="2175" b="0">
                <a:solidFill>
                  <a:srgbClr val="FFFFFF"/>
                </a:solidFill>
              </a:defRPr>
            </a:lvl9pPr>
          </a:lstStyle>
          <a:p xmlns:a="http://schemas.openxmlformats.org/drawingml/2006/main">
            <a:pPr>
              <a:defRPr sz="2175" b="0">
                <a:solidFill>
                  <a:srgbClr val="FFFFFF"/>
                </a:solidFill>
              </a:defRPr>
            </a:pPr>
            <a:r>
              <a:rPr sz="2175" b="0">
                <a:solidFill>
                  <a:srgbClr val="FFFFFF"/>
                </a:solidFill>
              </a:rPr>
              <a:t>Después: repetir la tarea con otra persona y explorar H6 con contribuyentes reales.</a:t>
            </a:r>
          </a:p>
        </p:txBody>
      </p:sp>
    </p:spTree>
    <p:extLst>
      <p:ext uri="{BB962C8B-B14F-4D97-AF65-F5344CB8AC3E}">
        <p14:creationId xmlns:p14="http://schemas.microsoft.com/office/powerpoint/2010/main" val="13770500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2026-10-29T03:32:12.6470000Z</dcterms:created>
  <dcterms:modified xsi:type="dcterms:W3CDTF">2026-10-29T03:32:12.6470000Z</dcterms:modified>
</coreProperties>
</file>